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어니스트패밀리 사업성장연구소 대표 신형준입니다.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저희는 원래 외주 제작만 해 오던 업체입니다. 중견기업, 대기업, 관공서, 대학교 프로젝트뿐 아니라 스타트업들의 신규 사업 프로젝트도 많이 맡아 왔습니다.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저희가 제작한 서비스들 대부분이 1년도 못 가 사업이 종료되는 경우를 많이 봤습니다. 준비는 오래 하는데, 정작 시작하고 나서는 얼마 못 가 포기하시는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사업은 플랫폼을 만들든, 상품을 만들든, 쇼핑몰을 만들든 만들면 끝이 아니라 그제서야 시작이고, 그 이후에 어떻게 사업을 알려 나가고 개선해 나가느냐가 중요한데요. 마케팅을 조금만 시도해 보고 안 된다 생각하고 그만두시고, 고객들의 행동 패턴이나 피드백에 귀 기울이지 않아 들어온 고객마저 놓치는 경우가 많았습니다. 저희가 보기에는 아직도 더 시도해 볼 게 많아 보였는데, 시도해 보지도 못하고 그만두는 게 안타깝다는 생각이 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저희는 단순히 고객이 만들어 달라는 대로만 시스템을 만드는 개발 외주업체가 아니라, 제작 완료 후에 사업의 성장까지도 돕는 고객의 실행 파트너가 되고자 사업성장연구소라는 컨셉으로 파트너십 사업을 시작하게 됐습니다. 한 번 만들고 끝내는 게 아니라 버전 1, 버전 2, 버전 3 계속 발전시켜 나가고요. 시장은 예상대로 흘러가지 않으니까, 한 번에 큰 금액으로 계약하기보다 매월 구독으로 계획이 바뀌면 유연하게 같이 움직입니다.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고객의 사업 성장을 돕기 위해 저희가 하는 일, 첫째는 시스템 개선을 위한 개발입니다. 123타이어는 내 차에 맞는 타이어와 장착점까지 사이트에서 바로 찾는 맞춤 차량 조회를 만들었고, 챗GPT 같은 AI 검색에도 잘 잡히도록 AI 검색 최적화까지 했습니다. 그 결과 리뉴얼 후 1년 매출이 24.6% 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뽀뽀뜨는 광고로 들어온 신규 고객의 62%가 첫 구매 뒤 다시 사지 않는다는 걸 데이터에서 찾았습니다. 그래서 잘 먹는 메뉴부터 안내하는 첫 방문 팝업, 재구매율이 높은 메뉴 8가지만 모은 페이지, 사진 후기가 쌓이게 하는 리뷰 알림톡과 적립금을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둘째는 이렇게 개선한 것을 고객들에게 알리는 마케팅입니다. 광고는 감이 아니라 실험으로 합니다. 가설을 여러 개 세우고, 가설마다 소재를 따로 만들어 함께 내보내고, 성과를 숫자로 비교해 잘 되는 쪽에 예산을 옮깁니다. 지금 보시는 게 뽀뽀뜨 메타 광고용으로 실제 만든 소재입니다.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오늘 이 자리에서 '사업 분석 및 제안 받아보기'를 해 보셨으면 합니다. QR로 이메일과 연락처를 남겨 주시면 저희가 분석해서 제안을 드립니다. 다만 최대한 자세한 정보를 주실수록 좋습니다. 데이터를 볼 수 있으면 더 좋고, 대표님께서 생각해 두신 목표가 뭔지, 앞으로 뭘 해 보려고 준비하고 계신지 남겨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만들고 끝내지 않겠습니다.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