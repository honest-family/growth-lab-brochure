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중견기업, 대기업, 관공서, 대학교, 스타트업 등 다양한 규모의 업체들로부터 일을 받아 진행하고 있었습니다.</a:t>
            </a:r>
          </a:p>
          <a:p/>
          <a:p>
            <a:r>
              <a:t>한컴, 롯데, 현대글로비스의 프로젝트도 진행했습니다.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123타이어는 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개선하였습니다. 이후로도 리뉴얼 이후 내부 운영적으로 생산성을 높이고, 고객 피드백을 받아 끊임없이 개선하는 등 클라이언트분과 저희가 함께 노력한 결과 리뉴얼 후 연매출이 63억에서 79억으로 약 24%가 올랐습니다. 현재도 자동차 용품 쇼핑몰로의 확장 등 많은 개선을 준비중에 있습니다.</a:t>
            </a:r>
          </a:p>
          <a:p/>
          <a:p>
            <a:r>
              <a:t>[근거]</a:t>
            </a:r>
          </a:p>
          <a:p>
            <a:r>
              <a:t>매출 비교 원본 2~3쪽: https://api.dashboard.honest-family.com/storage/uploads/2026/10/QumGXX8giKlaKLTvql0zyV4z.pdf</a:t>
            </a:r>
          </a:p>
          <a:p>
            <a:r>
              <a:t>2024.9.9~2025.9.8 순매출 63.67억 원 / 2025.9.9~2026.9.8 순매출 79.31억 원. 24.6%는 반올림. 함께 진행한 개선 전후 비교이며 특정 기능의 단독 효과를 뜻하지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blueprep은 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동남아시아에서 반응이 좋았습니다. 이후 해외 고객이 좀 더 쾌적하게 이용할 수 있도록 서비스 이용 환경과 결제시스템을 개선했습니다. 출시 초기인 2024년에는 영문 상품의 달러 표시 결제 성공 주문액이 상반기 3만 6,155달러에서 하반기 12만 8,545달러로 약 255.5% 늘었습니다. 현재도 단어장 추가, 시험 종류 신설 등 많은 개선을 준비중에 있습니다.</a:t>
            </a:r>
          </a:p>
          <a:p/>
          <a:p>
            <a:r>
              <a:t>[근거]</a:t>
            </a:r>
          </a:p>
          <a:p>
            <a:r>
              <a:t>2026.10.24 읽기 전용 주문 집계: https://dashboard.honest-family.com/projects/61</a:t>
            </a:r>
          </a:p>
          <a:p>
            <a:r>
              <a:t>2024년 상반기 대비 하반기 영문 상품 달러 표시 결제 성공 주문액. 관리자 제외, 원화 주문 별도. 결제사 외부 환불·정산 미대조. 원고의 첫해·다음해 및 원화 환산 금액은 확인된 집계와 달라 기간·단위를 바로잡음. 동남아시아 고객 반응은 대표가 전달한 경험. 해당 지역 서버 별도 개설은 확인되지 않아 해외 이용 환경 개선으로 표현. 확인된 서버는 미국 동부이며 결제별 적용 시점이 달라 결제 변경만의 성장 효과로 단정하지 않음.</a:t>
            </a:r>
          </a:p>
          <a:p>
            <a:r>
              <a:t>실제 화면: https://blueprep.com/ / https://blueprep.com/practices/26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뽀뽀뜨는 최근에 진행하고 있는 유아반찬 쇼핑몰로, 현재 두가지 가설을 실험중에 있습니다.</a:t>
            </a:r>
          </a:p>
          <a:p/>
          <a:p>
            <a:r>
              <a:t>첫째는 구매패턴을 분석보니 신규고객이 첫구매 후 이탈하는 비율이 매우 높았고 이 중 특정 상품군들을 구매한 고객은 이탈 없이 재구매율을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이게 과연 재구매까지로 이어져 실제 재구매율을 높이는지 3개월간 모니터링 예정입니다. 그리고 식단 기능을 넣어 엄마들이 스스로 상품을 찾아 헤매지 않게 직접 식단을 구성해 배송받기만 하면 되는 식단 기능을 개발중에 있습니다.</a:t>
            </a:r>
          </a:p>
          <a:p/>
          <a:p>
            <a:r>
              <a:t>[근거]</a:t>
            </a:r>
          </a:p>
          <a:p>
            <a:r>
              <a:t>주문 보관본을 재계산한 2026.10.24 조사: https://dashboard.honest-family.com/issues/1066</a:t>
            </a:r>
          </a:p>
          <a:p>
            <a:r>
              <a:t>추천 상품 8종의 2026.8.31~9.20 정상 3주 주간 평균 122.7개 대비 10.12~10.18 169개. 판매량 37.8% 증가. 회사 전체 매출·재구매율의 증가가 아님. 3개월 모니터링과 식단 기능은 대표가 전달한 계획.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생각이 들어 진행중이던 광고소재를 아이 중심이 아니라 엄마들도 저녁밥이라도 편하게 준비해라, 여유를 되찾으라는 등의 엄마 중심의 소재를 추가했더니 해당 소재가 반응이 좋다는것을 확인했습니다. 이로 인해 제품에 숟가락과 함께 담을 수 있는 다회용 뚜껑을 제공해 밖에 나가서 먹이기도 편하고, 한번에 다 먹지 못해도 다시 보관하기 편하게 하는 제품 개발과 한팩만으로도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a:p/>
          <a:p>
            <a:r>
              <a:t>[근거]</a:t>
            </a:r>
          </a:p>
          <a:p>
            <a:r>
              <a:t>광고 운영 기록: https://app.notion.com/p/3ffd0aa7612a81baaf74d1df6881043b</a:t>
            </a:r>
          </a:p>
          <a:p>
            <a:r>
              <a:t>소재 반응과 제품·레시피 계획은 대표가 전달한 설명. 다회용 뚜껑·레시피는 준비 중이며 출시 완료가 아님. 전체 매출의 뚜렷한 상승은 아직 확인되지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