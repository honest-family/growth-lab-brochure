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웹 및 앱 서비스 제작 에이전시 어니스트패밀리라고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저희는 원래 고객의 요구사항대로 제작만 하는 외주 제작사였습니다.</a:t>
            </a:r>
          </a:p>
          <a:p/>
          <a:p>
            <a:r>
              <a:t>중견기업, 대기업, 관공서, 대학교, 스타트업 등 다양한 규모의 업체들로부터 일을 받아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유독 스타트업에서 의뢰주시는 프로젝트는 제작 후 6개월도 못가 서비스를 종료하는 경우를 많이 봤고, 중소기업에서 의뢰주시는 리뉴얼 프로젝트도 출시 후 별다른 매출 변화가 없이 끝나는 케이스를 많이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서비스던 쇼핑몰이던 사실 만들고나면 그제서야 시작인데 준비 과정은 열정적으로 오래 준비하시지만, 정작 세상에 내놓고 나서는 얼마 못가 그만두시는 케이스였습니다.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출시 후 마케팅 조금 해보고 기대한 반응이 나오지 않는다고 그만둘게 아니라, 해당 프로젝트들을 소비할 소비자가 누구인지, 왜 소비할지에 대해 한 가지 가설이 아니라 여러 가설을 세워 가설별로 여러 소재를 제작해서 마케팅 후 반응을 봐야하고,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타사에서는 어떤것들을 하고 있는지 다른 분야더라도 우리 서비스나 제품에 도입해볼것은 무엇인지 인사이트를 끊임없이 수집해 개선해나가고, 이 개선한것들을 알리기 위해 다시 마케팅하고를 계속해서 반복해나가야 한다고 생각합니다.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저희는 고객분들께 진정한 가치를 제공하려면 어떻게 해야할가를 고민해본 결과 고객이 만들어 달라는대로만 만드는 단순 외주가 아니라, 구상 단계에서부터 함께 하고 다 만든 뒤 사업의 성장까지도 돕는 실행 파트너가 되는것이 진정한 가치를 주는것이라 생각하고 사업성장연구소라는 컨셉으로 신사업을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사업성장연구소는 기존과 다르게 초기 출시 과정에서는 힘을 빼고, 빠르게 1차 버전을 출시해 시장 반응을 보면서 고객과 내부 피드백을 반영해가며 계속 개선해나가면서 마케팅도 함께 하는식입니다. 한 번에 큰 계약을 하는 대신 월 구독형태로 매월 이번달의 우선순위를 같이 정해 진행하는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진행하는 이유는 다음과 같습니다.</a:t>
            </a:r>
          </a:p>
          <a:p/>
          <a:p>
            <a:r>
              <a:t>1. 막상 출시전에 여러 내용들을 예상하고 출시해도, 예상한바와는 다른 경우가 많습니다. 그래서 빠르게 출시해서 실전을 경험하고, 시장 반응을 보고 우선순위들을 정해나가는것을 추천드립니다.</a:t>
            </a:r>
          </a:p>
          <a:p/>
          <a:p>
            <a:r>
              <a:t>2. 처음에 힘을 많이 주면, 정작 출시후에 쓸 힘이 없습니다. 처음에 크게 단건계약을 하기보다 작게 시작해 마케팅하고 제품을 개선하는것에 더 많은 힘을 주기를 추천드립니다.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케이스들을 소개드리겠습니다.</a:t>
            </a:r>
          </a:p>
          <a:p/>
          <a:p>
            <a:r>
              <a:t># 성공 케이스</a:t>
            </a:r>
          </a:p>
          <a:p/>
          <a:p>
            <a:r>
              <a:t>123타이어</a:t>
            </a:r>
          </a:p>
          <a:p/>
          <a:p>
            <a:r>
              <a:t>타이어 쇼핑몰을 운영하고 계셨고, 타이어라는 제품 특성상 고객이 자신의 차량에 맞는 타이어를 찾아서 구매하기가 힘들어 고객센터 문의량이 많았고, 타이어를 사면 끝이 아니라 장착점까지 고객이 찾아서 신청해야하는 번거로움이 있어 이탈률이 높았습니다. 그래서 저희는 이 문제점을 고객이 자신의 차량번호만 입력해도 해당 차량에 맞는 타이어들을 맞춤추천해주고, 구매과정에서 해당 타이어를 장착할 장착점을 고를 수 있게 하여 구매 프로세스를 대폭 개선하고 chatgpt 같은 ai 검색 채택률을 높이기 위해 geo 최적화 작업을 하는 등 리뉴얼 이후에도 고객, 내부 피드백을 통해 끊임없이 개선하여 함께 노력한 결과 리뉴얼 후 연매출이 63억에서 79억으로 약 24%가 올랐습니다. 현재도 타이어만 판매하는게 아닌 자동차 용품 쇼핑몰로의 확장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blueprep</a:t>
            </a:r>
          </a:p>
          <a:p/>
          <a:p>
            <a:r>
              <a:t>sat라는 미국 시험에 대비하는 모의고사 시스템이었는데 신규 출시 후 여러 학원에 b2b 판매 및 한국에서 sat 시험을 준비하는 학생들에게 잘 팔릴거라 예상했는데, 예상과 달리 반응이 없었고, 미국에서는 반응이 있을가 광고타겟을 글로벌하게 늘려보니 의외로 미국보다 동남아시아에서 반응이 좋았고, 이후 동남아시아에서 해당 서비스를 좀 더 쾌적하게 이용할 수 있게 해당 지역 서버를 별도 개설 및 해당 국가에서 익숙한 결제시스템으로 결제시스템을 바꾸고 시험 외에도 이용할 이유를 제공하기 위해 단어장 시스템을 제공하는 등 여러 개선을 거쳐 오픈 후 첫해는 약 4,784만원이었지만 다음해에는 1억 7,019만원으로 약 255%가 상승했습니다. 현재도 시험 종류 신설 등 많은 개선을 준비중에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뽀뽀뜨</a:t>
            </a:r>
          </a:p>
          <a:p/>
          <a:p>
            <a:r>
              <a:t>최근에 진행하고 있는 유아반찬 쇼핑몰로, 현재 두가지 가설을 실험중에 있습니다.</a:t>
            </a:r>
          </a:p>
          <a:p/>
          <a:p>
            <a:r>
              <a:t>첫째는 구매패턴을 분석해보니 신규고객이 첫구매 후 이탈하는 비율이 매우 높았고 이 중 특정 상품군들을 구매한 고객은 재구매율이 높은것을 확인했습니다. 그래서 해당 상품군들을 따로 모아 별도 랜딩페이지를 만들어 홍보하고, 메인페이지에서도 해당 상품들이 잘 보이게 큐레이션 후 실제 재구매율이 높아지는지 모니터링 중입니다. 현재 해당 상품군들의 판매량이 약 37% 늘었지만 이게 과연 재구매까지로 이어져 실제 재구매율을 높이는지 3개월간 모니터링 예정입니다. 그리고 식단 기능을 넣어 엄마들이 스스로 상품을 찾느라 헤매지 않게 직접 식단을 구성해 배송받기만 하면 되는 식단 기능을 개발중에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저출산 시대에 타업체들은 어떻게 매출을 올리는가 인사이트를 쌓던중 아이들이 알아서 쪽쪽 빨아먹을 수 있는 요거트, 여행을 갈 때도 쉽게 챙겨갈 수 있는 실온 이유식 등 엄마들을 편하게 해주는 상품들이 먹힌다는 가설을 세워 진행중이던 광고소재를 아이 중심이 아니라 엄마들도 쉬세요, 저녁밥이라도 편하게 준비해라, 여유를 되찾으라는 등의 엄마 중심의 소재를 추가했더니 해당 소재가 반응이 좋다는것을 확인했습니다.</a:t>
            </a:r>
          </a:p>
          <a:p/>
          <a:p>
            <a:r>
              <a:t>그래서 해당 가설을 토대로 이를 더 강화하기 위해 제품에 숟가락과 함께 담을 수 있는 다회용 뚜껑 상품을 개발해 별도 상품으로 판매해 밖에 나가서 먹이기도 편하고, 한번에 다 먹지 못해도 다시 보관하기 편할 수 있는 뚜껑 상품 개발을 논의중이고 여러 제품이 아니라 한 제품만으로도 한끼를 간편하게 먹일 수 있는 레시피를 추가하고 전면에 내세우는 등 많은 개선을 준비중에 있습니다.</a:t>
            </a:r>
          </a:p>
          <a:p/>
          <a:p>
            <a:r>
              <a:t>아직 뽀뽀뜨는 뚜렷한 매출 상승은 없지만 가만히 있지 않고 끊임없이 개선하다보면 결국은 매출상승으로 돌아올것이라 기대하고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저희가 소개드린 대표케이스들을 보시면 알겠지만 저희가 투입된다고 해서 모든 케이스들이 반드시 매출이 오른다고 약속 드릴 수는 없습니다. 하지만 현재 상태를 더 나은 상태로 바꾸고싶다면 가만히 있으면 안되고 계속해서 변화를 일으켜야 한다고 생각합니다.</a:t>
            </a:r>
          </a:p>
          <a:p/>
          <a:p>
            <a:r>
              <a:t>저희가 약속드릴 수 있는건 어떤 변화를 일으킬지를 같이 논의하고, 그 변화를 위한 실제 실행이 단발성으로 끝나지 않게, 지속적으로 끊임없이 실행될 수 있게 하는 조력자가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저희가 우리 회사에 무엇을 해줄 수 있는지 들어보고 싶으신분들은 QR코드를 스캔해 “어니스트패밀리”로 편하게 문의 부탁드립니다. 이상 발표 마치겠습니다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 회사 소개"/>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 외주 제작사로 쌓아 온 경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 출시 후에 마주한 현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 만들고 나면 그제서야 시작"/>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 여러 가설로 마케팅하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6. 개선하고, 다시 알리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 사업성장연구소"/>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8. 월 구독으로 함께 진행하는 방식"/>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9. 작게 시작하는 두 가지 이유"/>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 123타이어 · 구매 과정과 연매출 변화"/>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 블루프렙 · 해외 시장과 초기 성장"/>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 뽀뽀뜨 · 재구매 가설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 뽀뽀뜨 · 엄마의 편의를 위한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 지속적인 실행을 약속합니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 문의 및 마무리"/>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2026-10-23T23:51:22Z</dcterms:modified>
  <cp:category/>
</cp:coreProperties>
</file>