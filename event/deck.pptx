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2.xml" ContentType="application/vnd.openxmlformats-officedocument.presentationml.notesSlide+xml"/>
  <Override PartName="/ppt/slides/slide13.xml" ContentType="application/vnd.openxmlformats-officedocument.presentationml.slide+xml"/>
  <Override PartName="/ppt/notesSlides/notesSlide13.xml" ContentType="application/vnd.openxmlformats-officedocument.presentationml.notesSlide+xml"/>
  <Override PartName="/ppt/slides/slide14.xml" ContentType="application/vnd.openxmlformats-officedocument.presentationml.slide+xml"/>
  <Override PartName="/ppt/notesSlides/notesSlide14.xml" ContentType="application/vnd.openxmlformats-officedocument.presentationml.notesSlide+xml"/>
  <Override PartName="/ppt/slides/slide15.xml" ContentType="application/vnd.openxmlformats-officedocument.presentationml.slide+xml"/>
  <Override PartName="/ppt/notesSlides/notesSlide15.xml" ContentType="application/vnd.openxmlformats-officedocument.presentationml.notesSlide+xml"/>
  <Override PartName="/ppt/slides/slide16.xml" ContentType="application/vnd.openxmlformats-officedocument.presentationml.slide+xml"/>
  <Override PartName="/ppt/notesSlides/notesSlide16.xml" ContentType="application/vnd.openxmlformats-officedocument.presentationml.notesSlide+xml"/>
  <Override PartName="/ppt/slides/slide17.xml" ContentType="application/vnd.openxmlformats-officedocument.presentationml.slide+xml"/>
  <Override PartName="/ppt/notesSlides/notesSlide17.xml" ContentType="application/vnd.openxmlformats-officedocument.presentationml.notesSlide+xml"/>
  <Override PartName="/ppt/slides/slide18.xml" ContentType="application/vnd.openxmlformats-officedocument.presentationml.slide+xml"/>
  <Override PartName="/ppt/notesSlides/notesSlide18.xml" ContentType="application/vnd.openxmlformats-officedocument.presentationml.notesSlide+xml"/>
  <Override PartName="/ppt/slides/slide19.xml" ContentType="application/vnd.openxmlformats-officedocument.presentationml.slide+xml"/>
  <Override PartName="/ppt/notesSlides/notesSlide19.xml" ContentType="application/vnd.openxmlformats-officedocument.presentationml.notesSlide+xml"/>
  <Override PartName="/ppt/slides/slide20.xml" ContentType="application/vnd.openxmlformats-officedocument.presentationml.slide+xml"/>
  <Override PartName="/ppt/notesSlides/notesSlide20.xml" ContentType="application/vnd.openxmlformats-officedocument.presentationml.notesSlide+xml"/>
  <Override PartName="/ppt/slides/slide21.xml" ContentType="application/vnd.openxmlformats-officedocument.presentationml.slide+xml"/>
  <Override PartName="/ppt/notesSlides/notesSlide21.xml" ContentType="application/vnd.openxmlformats-officedocument.presentationml.notesSlide+xml"/>
  <Override PartName="/ppt/slides/slide22.xml" ContentType="application/vnd.openxmlformats-officedocument.presentationml.slide+xml"/>
  <Override PartName="/ppt/notesSlides/notesSlide22.xml" ContentType="application/vnd.openxmlformats-officedocument.presentationml.notesSlide+xml"/>
  <Override PartName="/ppt/slides/slide23.xml" ContentType="application/vnd.openxmlformats-officedocument.presentationml.slide+xml"/>
  <Override PartName="/ppt/notesSlides/notesSlide23.xml" ContentType="application/vnd.openxmlformats-officedocument.presentationml.notesSlide+xml"/>
  <Override PartName="/ppt/slides/slide24.xml" ContentType="application/vnd.openxmlformats-officedocument.presentationml.slide+xml"/>
  <Override PartName="/ppt/notesSlides/notesSlide24.xml" ContentType="application/vnd.openxmlformats-officedocument.presentationml.notesSlide+xml"/>
  <Override PartName="/ppt/slides/slide25.xml" ContentType="application/vnd.openxmlformats-officedocument.presentationml.slide+xml"/>
  <Override PartName="/ppt/notesSlides/notesSlide25.xml" ContentType="application/vnd.openxmlformats-officedocument.presentationml.notesSlide+xml"/>
  <Override PartName="/ppt/slides/slide26.xml" ContentType="application/vnd.openxmlformats-officedocument.presentationml.slide+xml"/>
  <Override PartName="/ppt/notesSlides/notesSlide26.xml" ContentType="application/vnd.openxmlformats-officedocument.presentationml.notesSlide+xml"/>
  <Override PartName="/ppt/slides/slide27.xml" ContentType="application/vnd.openxmlformats-officedocument.presentationml.slide+xml"/>
  <Override PartName="/ppt/notesSlides/notesSlide27.xml" ContentType="application/vnd.openxmlformats-officedocument.presentationml.notesSlide+xml"/>
  <Override PartName="/ppt/slides/slide28.xml" ContentType="application/vnd.openxmlformats-officedocument.presentationml.slide+xml"/>
  <Override PartName="/ppt/notesSlides/notesSlide28.xml" ContentType="application/vnd.openxmlformats-officedocument.presentationml.notesSlide+xml"/>
  <Override PartName="/ppt/slides/slide29.xml" ContentType="application/vnd.openxmlformats-officedocument.presentationml.slide+xml"/>
  <Override PartName="/ppt/notesSlides/notesSlide29.xml" ContentType="application/vnd.openxmlformats-officedocument.presentationml.notesSlide+xml"/>
  <Override PartName="/ppt/slides/slide30.xml" ContentType="application/vnd.openxmlformats-officedocument.presentationml.slide+xml"/>
  <Override PartName="/ppt/notesSlides/notesSlide30.xml" ContentType="application/vnd.openxmlformats-officedocument.presentationml.notesSlide+xml"/>
  <Override PartName="/ppt/slides/slide31.xml" ContentType="application/vnd.openxmlformats-officedocument.presentationml.slide+xml"/>
  <Override PartName="/ppt/notesSlides/notesSlide31.xml" ContentType="application/vnd.openxmlformats-officedocument.presentationml.notesSlide+xml"/>
  <Override PartName="/ppt/slides/slide32.xml" ContentType="application/vnd.openxmlformats-officedocument.presentationml.slide+xml"/>
  <Override PartName="/ppt/notesSlides/notesSlide32.xml" ContentType="application/vnd.openxmlformats-officedocument.presentationml.notesSlide+xml"/>
  <Override PartName="/ppt/slides/slide33.xml" ContentType="application/vnd.openxmlformats-officedocument.presentationml.slide+xml"/>
  <Override PartName="/ppt/notesSlides/notesSlide33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d5e46e78858e4ae4" /><Relationship Type="http://schemas.openxmlformats.org/officeDocument/2006/relationships/extended-properties" Target="/docProps/app.xml" Id="R47c40cf864f84118" /><Relationship Type="http://schemas.openxmlformats.org/officeDocument/2006/relationships/officeDocument" Target="/ppt/presentation.xml" Id="R2e9220ac794843c9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f1efd4ad8af1485f"/>
  </p:sldMasterIdLst>
  <p:notesMasterIdLst>
    <p:notesMasterId xmlns:r="http://schemas.openxmlformats.org/officeDocument/2006/relationships" r:id="Re5bc84dd44b54e4b"/>
  </p:notesMasterIdLst>
  <p:sldIdLst>
    <p:sldId xmlns:r="http://schemas.openxmlformats.org/officeDocument/2006/relationships" id="256" r:id="Rdc3042fd1e18449f"/>
    <p:sldId xmlns:r="http://schemas.openxmlformats.org/officeDocument/2006/relationships" id="257" r:id="R63c0e8de43d24910"/>
    <p:sldId xmlns:r="http://schemas.openxmlformats.org/officeDocument/2006/relationships" id="258" r:id="Rc54a00ae717b4148"/>
    <p:sldId xmlns:r="http://schemas.openxmlformats.org/officeDocument/2006/relationships" id="259" r:id="Reb8b6a9a0d5043f5"/>
    <p:sldId xmlns:r="http://schemas.openxmlformats.org/officeDocument/2006/relationships" id="260" r:id="R4c731b007b1f4bdf"/>
    <p:sldId xmlns:r="http://schemas.openxmlformats.org/officeDocument/2006/relationships" id="261" r:id="R244fe25219e44f47"/>
    <p:sldId xmlns:r="http://schemas.openxmlformats.org/officeDocument/2006/relationships" id="262" r:id="R587da32d01ca4b69"/>
    <p:sldId xmlns:r="http://schemas.openxmlformats.org/officeDocument/2006/relationships" id="263" r:id="R3e46e826b3f148d2"/>
    <p:sldId xmlns:r="http://schemas.openxmlformats.org/officeDocument/2006/relationships" id="264" r:id="Rb81a5650fce14794"/>
    <p:sldId xmlns:r="http://schemas.openxmlformats.org/officeDocument/2006/relationships" id="265" r:id="R8fbb1c4d490040f8"/>
    <p:sldId xmlns:r="http://schemas.openxmlformats.org/officeDocument/2006/relationships" id="266" r:id="R6be9d15946524e3c"/>
    <p:sldId xmlns:r="http://schemas.openxmlformats.org/officeDocument/2006/relationships" id="267" r:id="R313ff9f2592d4001"/>
    <p:sldId xmlns:r="http://schemas.openxmlformats.org/officeDocument/2006/relationships" id="268" r:id="Rc92265d4a3d14fa5"/>
    <p:sldId xmlns:r="http://schemas.openxmlformats.org/officeDocument/2006/relationships" id="269" r:id="R197e561549a24597"/>
    <p:sldId xmlns:r="http://schemas.openxmlformats.org/officeDocument/2006/relationships" id="270" r:id="Rf9178e8c00ec46c8"/>
    <p:sldId xmlns:r="http://schemas.openxmlformats.org/officeDocument/2006/relationships" id="271" r:id="Raf5ecb4766424093"/>
    <p:sldId xmlns:r="http://schemas.openxmlformats.org/officeDocument/2006/relationships" id="272" r:id="R54440d7ece7e4157"/>
    <p:sldId xmlns:r="http://schemas.openxmlformats.org/officeDocument/2006/relationships" id="273" r:id="Rac6bb22fec074caf"/>
    <p:sldId xmlns:r="http://schemas.openxmlformats.org/officeDocument/2006/relationships" id="274" r:id="R548fb81ba88d4261"/>
    <p:sldId xmlns:r="http://schemas.openxmlformats.org/officeDocument/2006/relationships" id="275" r:id="R8a4cc39512824379"/>
    <p:sldId xmlns:r="http://schemas.openxmlformats.org/officeDocument/2006/relationships" id="276" r:id="R5dbef85467ef4753"/>
    <p:sldId xmlns:r="http://schemas.openxmlformats.org/officeDocument/2006/relationships" id="277" r:id="Rc0e479d154e44f6c"/>
    <p:sldId xmlns:r="http://schemas.openxmlformats.org/officeDocument/2006/relationships" id="278" r:id="R1d758925e3ab4db0"/>
    <p:sldId xmlns:r="http://schemas.openxmlformats.org/officeDocument/2006/relationships" id="279" r:id="R9a287c0e2043468f"/>
    <p:sldId xmlns:r="http://schemas.openxmlformats.org/officeDocument/2006/relationships" id="280" r:id="R31032c4a62dc4808"/>
    <p:sldId xmlns:r="http://schemas.openxmlformats.org/officeDocument/2006/relationships" id="281" r:id="R86c35595836b4fba"/>
    <p:sldId xmlns:r="http://schemas.openxmlformats.org/officeDocument/2006/relationships" id="282" r:id="R10b8e8c303a3454e"/>
    <p:sldId xmlns:r="http://schemas.openxmlformats.org/officeDocument/2006/relationships" id="283" r:id="R71931796c57d4e5c"/>
    <p:sldId xmlns:r="http://schemas.openxmlformats.org/officeDocument/2006/relationships" id="284" r:id="R36983585cd8e494c"/>
    <p:sldId xmlns:r="http://schemas.openxmlformats.org/officeDocument/2006/relationships" id="285" r:id="Re65f7883116c4ad5"/>
    <p:sldId xmlns:r="http://schemas.openxmlformats.org/officeDocument/2006/relationships" id="286" r:id="Ra4dce2a76f964539"/>
    <p:sldId xmlns:r="http://schemas.openxmlformats.org/officeDocument/2006/relationships" id="287" r:id="Raac90428284e4cb8"/>
    <p:sldId xmlns:r="http://schemas.openxmlformats.org/officeDocument/2006/relationships" id="288" r:id="R25e17d5c8eb6487c"/>
  </p:sldIdLst>
  <p:sldSz cx="12192000" cy="6858000"/>
  <p:notesSz cx="6858000" cy="9144000"/>
  <p:defaultTextStyle>
    <a:defPPr xmlns:a="http://schemas.openxmlformats.org/drawingml/2006/main">
      <a:buNone/>
    </a:defPPr>
    <a:lvl1pPr xmlns:a="http://schemas.openxmlformats.org/drawingml/2006/main" marL="0" algn="l" defTabSz="457200">
      <a:buNone/>
      <a:defRPr sz="1800" kern="1200">
        <a:solidFill>
          <a:schemeClr val="tx1"/>
        </a:solidFill>
        <a:latin typeface="+mn-lt"/>
        <a:ea typeface="+mn-lt"/>
        <a:cs typeface="+mn-lt"/>
      </a:defRPr>
    </a:lvl1pPr>
    <a:lvl2pPr xmlns:a="http://schemas.openxmlformats.org/drawingml/2006/main" marL="457200" algn="l" defTabSz="457200">
      <a:buNone/>
      <a:defRPr sz="1800" kern="1200">
        <a:solidFill>
          <a:schemeClr val="tx1"/>
        </a:solidFill>
        <a:latin typeface="+mn-lt"/>
        <a:ea typeface="+mn-lt"/>
        <a:cs typeface="+mn-lt"/>
      </a:defRPr>
    </a:lvl2pPr>
    <a:lvl3pPr xmlns:a="http://schemas.openxmlformats.org/drawingml/2006/main" marL="914400" algn="l" defTabSz="457200">
      <a:buNone/>
      <a:defRPr sz="1800" kern="1200">
        <a:solidFill>
          <a:schemeClr val="tx1"/>
        </a:solidFill>
        <a:latin typeface="+mn-lt"/>
        <a:ea typeface="+mn-lt"/>
        <a:cs typeface="+mn-lt"/>
      </a:defRPr>
    </a:lvl3pPr>
    <a:lvl4pPr xmlns:a="http://schemas.openxmlformats.org/drawingml/2006/main" marL="1371600" algn="l" defTabSz="457200">
      <a:buNone/>
      <a:defRPr sz="1800" kern="1200">
        <a:solidFill>
          <a:schemeClr val="tx1"/>
        </a:solidFill>
        <a:latin typeface="+mn-lt"/>
        <a:ea typeface="+mn-lt"/>
        <a:cs typeface="+mn-lt"/>
      </a:defRPr>
    </a:lvl4pPr>
    <a:lvl5pPr xmlns:a="http://schemas.openxmlformats.org/drawingml/2006/main" marL="1828800" algn="l" defTabSz="457200">
      <a:buNone/>
      <a:defRPr sz="1800" kern="1200">
        <a:solidFill>
          <a:schemeClr val="tx1"/>
        </a:solidFill>
        <a:latin typeface="+mn-lt"/>
        <a:ea typeface="+mn-lt"/>
        <a:cs typeface="+mn-lt"/>
      </a:defRPr>
    </a:lvl5pPr>
    <a:lvl6pPr xmlns:a="http://schemas.openxmlformats.org/drawingml/2006/main" marL="2286000" algn="l" defTabSz="457200">
      <a:buNone/>
      <a:defRPr sz="1800" kern="1200">
        <a:solidFill>
          <a:schemeClr val="tx1"/>
        </a:solidFill>
        <a:latin typeface="+mn-lt"/>
        <a:ea typeface="+mn-lt"/>
        <a:cs typeface="+mn-lt"/>
      </a:defRPr>
    </a:lvl6pPr>
    <a:lvl7pPr xmlns:a="http://schemas.openxmlformats.org/drawingml/2006/main" marL="2743200" algn="l" defTabSz="457200">
      <a:buNone/>
      <a:defRPr sz="1800" kern="1200">
        <a:solidFill>
          <a:schemeClr val="tx1"/>
        </a:solidFill>
        <a:latin typeface="+mn-lt"/>
        <a:ea typeface="+mn-lt"/>
        <a:cs typeface="+mn-lt"/>
      </a:defRPr>
    </a:lvl7pPr>
    <a:lvl8pPr xmlns:a="http://schemas.openxmlformats.org/drawingml/2006/main" marL="3200400" algn="l" defTabSz="457200">
      <a:buNone/>
      <a:defRPr sz="1800" kern="1200">
        <a:solidFill>
          <a:schemeClr val="tx1"/>
        </a:solidFill>
        <a:latin typeface="+mn-lt"/>
        <a:ea typeface="+mn-lt"/>
        <a:cs typeface="+mn-lt"/>
      </a:defRPr>
    </a:lvl8pPr>
    <a:lvl9pPr xmlns:a="http://schemas.openxmlformats.org/drawingml/2006/main" marL="3657600" algn="l" defTabSz="457200">
      <a:buNone/>
      <a:defRPr sz="1800" kern="1200">
        <a:solidFill>
          <a:schemeClr val="tx1"/>
        </a:solidFill>
        <a:latin typeface="+mn-lt"/>
        <a:ea typeface="+mn-lt"/>
        <a:cs typeface="+mn-lt"/>
      </a:defRPr>
    </a:lvl9pPr>
  </p:defaultTextStyle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p="http://schemas.openxmlformats.org/presentationml/2006/main">
  <p:slideViewPr>
    <p:cSldViewPr snapToGrid="0" snapToObjects="1">
      <p:cViewPr>
        <p:scale>
          <a:sx xmlns:a="http://schemas.openxmlformats.org/drawingml/2006/main" n="1" d="1"/>
          <a:sy xmlns:a="http://schemas.openxmlformats.org/drawingml/2006/main" n="1" d="1"/>
        </p:scale>
        <p:origin x="0" y="0"/>
      </p:cViewPr>
      <p:guideLst/>
    </p:cSldViewPr>
  </p:slideViewPr>
  <p:gridSpacing cx="76200" cy="76200"/>
</p:viewPr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3da073ea77c1444b" /><Relationship Type="http://schemas.openxmlformats.org/officeDocument/2006/relationships/slideMaster" Target="/ppt/slideMasters/slideMaster1.xml" Id="Rf1efd4ad8af1485f" /><Relationship Type="http://schemas.openxmlformats.org/officeDocument/2006/relationships/notesMaster" Target="/ppt/notesMasters/notesMaster1.xml" Id="Re5bc84dd44b54e4b" /><Relationship Type="http://schemas.openxmlformats.org/officeDocument/2006/relationships/presProps" Target="/ppt/presProps.xml" Id="R7b032a181f4d47e1" /><Relationship Type="http://schemas.openxmlformats.org/officeDocument/2006/relationships/viewProps" Target="/ppt/viewProps.xml" Id="R05cbf85492554f2d" /><Relationship Type="http://schemas.openxmlformats.org/officeDocument/2006/relationships/tableStyles" Target="/ppt/tableStyles.xml" Id="Rae6352571a68452f" /><Relationship Type="http://schemas.openxmlformats.org/officeDocument/2006/relationships/slide" Target="/ppt/slides/slide1.xml" Id="Rdc3042fd1e18449f" /><Relationship Type="http://schemas.openxmlformats.org/officeDocument/2006/relationships/slide" Target="/ppt/slides/slide2.xml" Id="R63c0e8de43d24910" /><Relationship Type="http://schemas.openxmlformats.org/officeDocument/2006/relationships/slide" Target="/ppt/slides/slide3.xml" Id="Rc54a00ae717b4148" /><Relationship Type="http://schemas.openxmlformats.org/officeDocument/2006/relationships/slide" Target="/ppt/slides/slide4.xml" Id="Reb8b6a9a0d5043f5" /><Relationship Type="http://schemas.openxmlformats.org/officeDocument/2006/relationships/slide" Target="/ppt/slides/slide5.xml" Id="R4c731b007b1f4bdf" /><Relationship Type="http://schemas.openxmlformats.org/officeDocument/2006/relationships/slide" Target="/ppt/slides/slide6.xml" Id="R244fe25219e44f47" /><Relationship Type="http://schemas.openxmlformats.org/officeDocument/2006/relationships/slide" Target="/ppt/slides/slide7.xml" Id="R587da32d01ca4b69" /><Relationship Type="http://schemas.openxmlformats.org/officeDocument/2006/relationships/slide" Target="/ppt/slides/slide8.xml" Id="R3e46e826b3f148d2" /><Relationship Type="http://schemas.openxmlformats.org/officeDocument/2006/relationships/slide" Target="/ppt/slides/slide9.xml" Id="Rb81a5650fce14794" /><Relationship Type="http://schemas.openxmlformats.org/officeDocument/2006/relationships/slide" Target="/ppt/slides/slide10.xml" Id="R8fbb1c4d490040f8" /><Relationship Type="http://schemas.openxmlformats.org/officeDocument/2006/relationships/slide" Target="/ppt/slides/slide11.xml" Id="R6be9d15946524e3c" /><Relationship Type="http://schemas.openxmlformats.org/officeDocument/2006/relationships/slide" Target="/ppt/slides/slide12.xml" Id="R313ff9f2592d4001" /><Relationship Type="http://schemas.openxmlformats.org/officeDocument/2006/relationships/slide" Target="/ppt/slides/slide13.xml" Id="Rc92265d4a3d14fa5" /><Relationship Type="http://schemas.openxmlformats.org/officeDocument/2006/relationships/slide" Target="/ppt/slides/slide14.xml" Id="R197e561549a24597" /><Relationship Type="http://schemas.openxmlformats.org/officeDocument/2006/relationships/slide" Target="/ppt/slides/slide15.xml" Id="Rf9178e8c00ec46c8" /><Relationship Type="http://schemas.openxmlformats.org/officeDocument/2006/relationships/slide" Target="/ppt/slides/slide16.xml" Id="Raf5ecb4766424093" /><Relationship Type="http://schemas.openxmlformats.org/officeDocument/2006/relationships/slide" Target="/ppt/slides/slide17.xml" Id="R54440d7ece7e4157" /><Relationship Type="http://schemas.openxmlformats.org/officeDocument/2006/relationships/slide" Target="/ppt/slides/slide18.xml" Id="Rac6bb22fec074caf" /><Relationship Type="http://schemas.openxmlformats.org/officeDocument/2006/relationships/slide" Target="/ppt/slides/slide19.xml" Id="R548fb81ba88d4261" /><Relationship Type="http://schemas.openxmlformats.org/officeDocument/2006/relationships/slide" Target="/ppt/slides/slide20.xml" Id="R8a4cc39512824379" /><Relationship Type="http://schemas.openxmlformats.org/officeDocument/2006/relationships/slide" Target="/ppt/slides/slide21.xml" Id="R5dbef85467ef4753" /><Relationship Type="http://schemas.openxmlformats.org/officeDocument/2006/relationships/slide" Target="/ppt/slides/slide22.xml" Id="Rc0e479d154e44f6c" /><Relationship Type="http://schemas.openxmlformats.org/officeDocument/2006/relationships/slide" Target="/ppt/slides/slide23.xml" Id="R1d758925e3ab4db0" /><Relationship Type="http://schemas.openxmlformats.org/officeDocument/2006/relationships/slide" Target="/ppt/slides/slide24.xml" Id="R9a287c0e2043468f" /><Relationship Type="http://schemas.openxmlformats.org/officeDocument/2006/relationships/slide" Target="/ppt/slides/slide25.xml" Id="R31032c4a62dc4808" /><Relationship Type="http://schemas.openxmlformats.org/officeDocument/2006/relationships/slide" Target="/ppt/slides/slide26.xml" Id="R86c35595836b4fba" /><Relationship Type="http://schemas.openxmlformats.org/officeDocument/2006/relationships/slide" Target="/ppt/slides/slide27.xml" Id="R10b8e8c303a3454e" /><Relationship Type="http://schemas.openxmlformats.org/officeDocument/2006/relationships/slide" Target="/ppt/slides/slide28.xml" Id="R71931796c57d4e5c" /><Relationship Type="http://schemas.openxmlformats.org/officeDocument/2006/relationships/slide" Target="/ppt/slides/slide29.xml" Id="R36983585cd8e494c" /><Relationship Type="http://schemas.openxmlformats.org/officeDocument/2006/relationships/slide" Target="/ppt/slides/slide30.xml" Id="Re65f7883116c4ad5" /><Relationship Type="http://schemas.openxmlformats.org/officeDocument/2006/relationships/slide" Target="/ppt/slides/slide31.xml" Id="Ra4dce2a76f964539" /><Relationship Type="http://schemas.openxmlformats.org/officeDocument/2006/relationships/slide" Target="/ppt/slides/slide32.xml" Id="Raac90428284e4cb8" /><Relationship Type="http://schemas.openxmlformats.org/officeDocument/2006/relationships/slide" Target="/ppt/slides/slide33.xml" Id="R25e17d5c8eb6487c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5f97937ad1054c26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>
          <a:solidFill>
            <a:schemeClr val="phClr">
              <a:shade val="95000"/>
              <a:satMod val="105000"/>
            </a:schemeClr>
          </a:solidFill>
          <a:prstDash val="solid"/>
        </a:ln>
        <a:ln w="25400">
          <a:solidFill>
            <a:schemeClr val="phClr"/>
          </a:solidFill>
          <a:prstDash val="solid"/>
        </a:ln>
        <a:ln w="38100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84aaf19f1ae84660" /><Relationship Type="http://schemas.openxmlformats.org/officeDocument/2006/relationships/notesMaster" Target="/ppt/notesMasters/notesMaster1.xml" Id="R093b11adc3b346a2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36f80c5c3c6a421c" /><Relationship Type="http://schemas.openxmlformats.org/officeDocument/2006/relationships/notesMaster" Target="/ppt/notesMasters/notesMaster1.xml" Id="Rc667d1b8464546eb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060522995ef74f3d" /><Relationship Type="http://schemas.openxmlformats.org/officeDocument/2006/relationships/notesMaster" Target="/ppt/notesMasters/notesMaster1.xml" Id="Rd6af618202d2463d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3ad9f2e6dc794e21" /><Relationship Type="http://schemas.openxmlformats.org/officeDocument/2006/relationships/notesMaster" Target="/ppt/notesMasters/notesMaster1.xml" Id="R1a10fdec4e4841e7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1ca7f56d0b824c26" /><Relationship Type="http://schemas.openxmlformats.org/officeDocument/2006/relationships/notesMaster" Target="/ppt/notesMasters/notesMaster1.xml" Id="R25a748a5873e4295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4dfd18ea35704a5b" /><Relationship Type="http://schemas.openxmlformats.org/officeDocument/2006/relationships/notesMaster" Target="/ppt/notesMasters/notesMaster1.xml" Id="Rc64cbc1b92624c7c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be5cd8573cf14b8d" /><Relationship Type="http://schemas.openxmlformats.org/officeDocument/2006/relationships/notesMaster" Target="/ppt/notesMasters/notesMaster1.xml" Id="R96c94fa91baf45b0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3f5ede6bb5b2422e" /><Relationship Type="http://schemas.openxmlformats.org/officeDocument/2006/relationships/notesMaster" Target="/ppt/notesMasters/notesMaster1.xml" Id="Reb74ab2e20ab4533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72bc87ddd2d44337" /><Relationship Type="http://schemas.openxmlformats.org/officeDocument/2006/relationships/notesMaster" Target="/ppt/notesMasters/notesMaster1.xml" Id="R68a8e01aafe04240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e78ada5256f84228" /><Relationship Type="http://schemas.openxmlformats.org/officeDocument/2006/relationships/notesMaster" Target="/ppt/notesMasters/notesMaster1.xml" Id="Rbcbb3bca5847404b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b66a284d1ca34736" /><Relationship Type="http://schemas.openxmlformats.org/officeDocument/2006/relationships/notesMaster" Target="/ppt/notesMasters/notesMaster1.xml" Id="Rdff08bc5c0b84fc9" /></Relationships>
</file>

<file path=ppt/notesSlides/_rels/notesSlide12.xml.rels>&#65279;<?xml version="1.0" encoding="utf-8"?><Relationships xmlns="http://schemas.openxmlformats.org/package/2006/relationships"><Relationship Type="http://schemas.openxmlformats.org/officeDocument/2006/relationships/slide" Target="/ppt/slides/slide12.xml" Id="Rd561e926303f4239" /><Relationship Type="http://schemas.openxmlformats.org/officeDocument/2006/relationships/notesMaster" Target="/ppt/notesMasters/notesMaster1.xml" Id="R999cd3818c30411b" /></Relationships>
</file>

<file path=ppt/notesSlides/_rels/notesSlide13.xml.rels>&#65279;<?xml version="1.0" encoding="utf-8"?><Relationships xmlns="http://schemas.openxmlformats.org/package/2006/relationships"><Relationship Type="http://schemas.openxmlformats.org/officeDocument/2006/relationships/slide" Target="/ppt/slides/slide13.xml" Id="R46b6ba4e45144360" /><Relationship Type="http://schemas.openxmlformats.org/officeDocument/2006/relationships/notesMaster" Target="/ppt/notesMasters/notesMaster1.xml" Id="R96fc643558be47aa" /></Relationships>
</file>

<file path=ppt/notesSlides/_rels/notesSlide14.xml.rels>&#65279;<?xml version="1.0" encoding="utf-8"?><Relationships xmlns="http://schemas.openxmlformats.org/package/2006/relationships"><Relationship Type="http://schemas.openxmlformats.org/officeDocument/2006/relationships/slide" Target="/ppt/slides/slide14.xml" Id="R7b00a4f6b4c44ac0" /><Relationship Type="http://schemas.openxmlformats.org/officeDocument/2006/relationships/notesMaster" Target="/ppt/notesMasters/notesMaster1.xml" Id="R55d1714b1084453b" /></Relationships>
</file>

<file path=ppt/notesSlides/_rels/notesSlide15.xml.rels>&#65279;<?xml version="1.0" encoding="utf-8"?><Relationships xmlns="http://schemas.openxmlformats.org/package/2006/relationships"><Relationship Type="http://schemas.openxmlformats.org/officeDocument/2006/relationships/slide" Target="/ppt/slides/slide15.xml" Id="Rb7aba6b85a464a1e" /><Relationship Type="http://schemas.openxmlformats.org/officeDocument/2006/relationships/notesMaster" Target="/ppt/notesMasters/notesMaster1.xml" Id="Rf275be9af4964765" /></Relationships>
</file>

<file path=ppt/notesSlides/_rels/notesSlide16.xml.rels>&#65279;<?xml version="1.0" encoding="utf-8"?><Relationships xmlns="http://schemas.openxmlformats.org/package/2006/relationships"><Relationship Type="http://schemas.openxmlformats.org/officeDocument/2006/relationships/slide" Target="/ppt/slides/slide16.xml" Id="Rff3c102560094605" /><Relationship Type="http://schemas.openxmlformats.org/officeDocument/2006/relationships/notesMaster" Target="/ppt/notesMasters/notesMaster1.xml" Id="R87cfe87d6787436b" /></Relationships>
</file>

<file path=ppt/notesSlides/_rels/notesSlide17.xml.rels>&#65279;<?xml version="1.0" encoding="utf-8"?><Relationships xmlns="http://schemas.openxmlformats.org/package/2006/relationships"><Relationship Type="http://schemas.openxmlformats.org/officeDocument/2006/relationships/slide" Target="/ppt/slides/slide17.xml" Id="R12c4a4256fc0499d" /><Relationship Type="http://schemas.openxmlformats.org/officeDocument/2006/relationships/notesMaster" Target="/ppt/notesMasters/notesMaster1.xml" Id="Rdb5a7a923387428d" /></Relationships>
</file>

<file path=ppt/notesSlides/_rels/notesSlide18.xml.rels>&#65279;<?xml version="1.0" encoding="utf-8"?><Relationships xmlns="http://schemas.openxmlformats.org/package/2006/relationships"><Relationship Type="http://schemas.openxmlformats.org/officeDocument/2006/relationships/slide" Target="/ppt/slides/slide18.xml" Id="Rb40b3945abd24418" /><Relationship Type="http://schemas.openxmlformats.org/officeDocument/2006/relationships/notesMaster" Target="/ppt/notesMasters/notesMaster1.xml" Id="R8fe79da34c9e408c" /></Relationships>
</file>

<file path=ppt/notesSlides/_rels/notesSlide19.xml.rels>&#65279;<?xml version="1.0" encoding="utf-8"?><Relationships xmlns="http://schemas.openxmlformats.org/package/2006/relationships"><Relationship Type="http://schemas.openxmlformats.org/officeDocument/2006/relationships/slide" Target="/ppt/slides/slide19.xml" Id="Rc74d38451f974002" /><Relationship Type="http://schemas.openxmlformats.org/officeDocument/2006/relationships/notesMaster" Target="/ppt/notesMasters/notesMaster1.xml" Id="R9fb2508651aa43c6" /></Relationships>
</file>

<file path=ppt/notesSlides/_rels/notesSlide20.xml.rels>&#65279;<?xml version="1.0" encoding="utf-8"?><Relationships xmlns="http://schemas.openxmlformats.org/package/2006/relationships"><Relationship Type="http://schemas.openxmlformats.org/officeDocument/2006/relationships/slide" Target="/ppt/slides/slide20.xml" Id="R0de98ba95cfa4197" /><Relationship Type="http://schemas.openxmlformats.org/officeDocument/2006/relationships/notesMaster" Target="/ppt/notesMasters/notesMaster1.xml" Id="R8e685852725143d5" /></Relationships>
</file>

<file path=ppt/notesSlides/_rels/notesSlide21.xml.rels>&#65279;<?xml version="1.0" encoding="utf-8"?><Relationships xmlns="http://schemas.openxmlformats.org/package/2006/relationships"><Relationship Type="http://schemas.openxmlformats.org/officeDocument/2006/relationships/slide" Target="/ppt/slides/slide21.xml" Id="Rb85b02f50d7f4bde" /><Relationship Type="http://schemas.openxmlformats.org/officeDocument/2006/relationships/notesMaster" Target="/ppt/notesMasters/notesMaster1.xml" Id="Rae08ed6abc6e447b" /></Relationships>
</file>

<file path=ppt/notesSlides/_rels/notesSlide22.xml.rels>&#65279;<?xml version="1.0" encoding="utf-8"?><Relationships xmlns="http://schemas.openxmlformats.org/package/2006/relationships"><Relationship Type="http://schemas.openxmlformats.org/officeDocument/2006/relationships/slide" Target="/ppt/slides/slide22.xml" Id="R642f64838de8466f" /><Relationship Type="http://schemas.openxmlformats.org/officeDocument/2006/relationships/notesMaster" Target="/ppt/notesMasters/notesMaster1.xml" Id="R14b5d0cb54be4181" /></Relationships>
</file>

<file path=ppt/notesSlides/_rels/notesSlide23.xml.rels>&#65279;<?xml version="1.0" encoding="utf-8"?><Relationships xmlns="http://schemas.openxmlformats.org/package/2006/relationships"><Relationship Type="http://schemas.openxmlformats.org/officeDocument/2006/relationships/slide" Target="/ppt/slides/slide23.xml" Id="R817fa661c0d54d62" /><Relationship Type="http://schemas.openxmlformats.org/officeDocument/2006/relationships/notesMaster" Target="/ppt/notesMasters/notesMaster1.xml" Id="R3163d47906554425" /></Relationships>
</file>

<file path=ppt/notesSlides/_rels/notesSlide24.xml.rels>&#65279;<?xml version="1.0" encoding="utf-8"?><Relationships xmlns="http://schemas.openxmlformats.org/package/2006/relationships"><Relationship Type="http://schemas.openxmlformats.org/officeDocument/2006/relationships/slide" Target="/ppt/slides/slide24.xml" Id="R7a3382f8628144b7" /><Relationship Type="http://schemas.openxmlformats.org/officeDocument/2006/relationships/notesMaster" Target="/ppt/notesMasters/notesMaster1.xml" Id="R9fd5c28d22c94600" /></Relationships>
</file>

<file path=ppt/notesSlides/_rels/notesSlide25.xml.rels>&#65279;<?xml version="1.0" encoding="utf-8"?><Relationships xmlns="http://schemas.openxmlformats.org/package/2006/relationships"><Relationship Type="http://schemas.openxmlformats.org/officeDocument/2006/relationships/slide" Target="/ppt/slides/slide25.xml" Id="R7dba61c9c26f45df" /><Relationship Type="http://schemas.openxmlformats.org/officeDocument/2006/relationships/notesMaster" Target="/ppt/notesMasters/notesMaster1.xml" Id="Ra7a2bd6ecad14d5f" /></Relationships>
</file>

<file path=ppt/notesSlides/_rels/notesSlide26.xml.rels>&#65279;<?xml version="1.0" encoding="utf-8"?><Relationships xmlns="http://schemas.openxmlformats.org/package/2006/relationships"><Relationship Type="http://schemas.openxmlformats.org/officeDocument/2006/relationships/slide" Target="/ppt/slides/slide26.xml" Id="Reff2e0bd0f6047ca" /><Relationship Type="http://schemas.openxmlformats.org/officeDocument/2006/relationships/notesMaster" Target="/ppt/notesMasters/notesMaster1.xml" Id="Ree418a3ab11f4c40" /></Relationships>
</file>

<file path=ppt/notesSlides/_rels/notesSlide27.xml.rels>&#65279;<?xml version="1.0" encoding="utf-8"?><Relationships xmlns="http://schemas.openxmlformats.org/package/2006/relationships"><Relationship Type="http://schemas.openxmlformats.org/officeDocument/2006/relationships/slide" Target="/ppt/slides/slide27.xml" Id="R32672b64501e466b" /><Relationship Type="http://schemas.openxmlformats.org/officeDocument/2006/relationships/notesMaster" Target="/ppt/notesMasters/notesMaster1.xml" Id="R23c694f8e1604054" /></Relationships>
</file>

<file path=ppt/notesSlides/_rels/notesSlide28.xml.rels>&#65279;<?xml version="1.0" encoding="utf-8"?><Relationships xmlns="http://schemas.openxmlformats.org/package/2006/relationships"><Relationship Type="http://schemas.openxmlformats.org/officeDocument/2006/relationships/slide" Target="/ppt/slides/slide28.xml" Id="R6c636c03ab314026" /><Relationship Type="http://schemas.openxmlformats.org/officeDocument/2006/relationships/notesMaster" Target="/ppt/notesMasters/notesMaster1.xml" Id="R237121af44ef48e7" /></Relationships>
</file>

<file path=ppt/notesSlides/_rels/notesSlide29.xml.rels>&#65279;<?xml version="1.0" encoding="utf-8"?><Relationships xmlns="http://schemas.openxmlformats.org/package/2006/relationships"><Relationship Type="http://schemas.openxmlformats.org/officeDocument/2006/relationships/slide" Target="/ppt/slides/slide29.xml" Id="Rae37726b7a054931" /><Relationship Type="http://schemas.openxmlformats.org/officeDocument/2006/relationships/notesMaster" Target="/ppt/notesMasters/notesMaster1.xml" Id="R88aef390bda74bcb" /></Relationships>
</file>

<file path=ppt/notesSlides/_rels/notesSlide30.xml.rels>&#65279;<?xml version="1.0" encoding="utf-8"?><Relationships xmlns="http://schemas.openxmlformats.org/package/2006/relationships"><Relationship Type="http://schemas.openxmlformats.org/officeDocument/2006/relationships/slide" Target="/ppt/slides/slide30.xml" Id="R21bbceb69dca4c79" /><Relationship Type="http://schemas.openxmlformats.org/officeDocument/2006/relationships/notesMaster" Target="/ppt/notesMasters/notesMaster1.xml" Id="R7b8c980bb5d541ce" /></Relationships>
</file>

<file path=ppt/notesSlides/_rels/notesSlide31.xml.rels>&#65279;<?xml version="1.0" encoding="utf-8"?><Relationships xmlns="http://schemas.openxmlformats.org/package/2006/relationships"><Relationship Type="http://schemas.openxmlformats.org/officeDocument/2006/relationships/slide" Target="/ppt/slides/slide31.xml" Id="R8508919d54174a19" /><Relationship Type="http://schemas.openxmlformats.org/officeDocument/2006/relationships/notesMaster" Target="/ppt/notesMasters/notesMaster1.xml" Id="R17e8044d8f474404" /></Relationships>
</file>

<file path=ppt/notesSlides/_rels/notesSlide32.xml.rels>&#65279;<?xml version="1.0" encoding="utf-8"?><Relationships xmlns="http://schemas.openxmlformats.org/package/2006/relationships"><Relationship Type="http://schemas.openxmlformats.org/officeDocument/2006/relationships/slide" Target="/ppt/slides/slide32.xml" Id="Rf953496e59a04f66" /><Relationship Type="http://schemas.openxmlformats.org/officeDocument/2006/relationships/notesMaster" Target="/ppt/notesMasters/notesMaster1.xml" Id="R18814745cb1742fe" /></Relationships>
</file>

<file path=ppt/notesSlides/_rels/notesSlide33.xml.rels>&#65279;<?xml version="1.0" encoding="utf-8"?><Relationships xmlns="http://schemas.openxmlformats.org/package/2006/relationships"><Relationship Type="http://schemas.openxmlformats.org/officeDocument/2006/relationships/slide" Target="/ppt/slides/slide33.xml" Id="Rd0502ae8ca654f5c" /><Relationship Type="http://schemas.openxmlformats.org/officeDocument/2006/relationships/notesMaster" Target="/ppt/notesMasters/notesMaster1.xml" Id="R136670423f144643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안녕하세요, 저희는 웹 및 앱 서비스 제작 에이전시 어니스트패밀리라고 합니다.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저희는 원래 고객의 요구사항대로 제작만 하는 외주 제작사였습니다.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중견기업, 대기업, 관공서, 대학교, 스타트업 등 다양한 규모의 업체들로부터 일을 받아 진행하고 있습니다.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그런데 유독 스타트업에서 의뢰주시는 프로젝트는 제작 후 6개월도 못가 서비스를 종료하는 경우를 많이 봤고, 중소기업에서 의뢰주시는 리뉴얼 프로젝트도 출시 후 별다른 매출 변화가 없이 끝나는 케이스를 많이 봤습니다.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서비스던 쇼핑몰이던 사실 만들고나면 그제서야 시작인데 준비 과정은 열정적으로 오래 준비하시지만, 정작 세상에 내놓고 나서는 얼마 못가 그만두시는 케이스였습니다.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출시 후 마케팅 조금 해보고 기대한 반응이 나오지 않는다고 그만둘게 아니라, 해당 프로젝트들을 소비할 소비자가 누구인지, 왜 소비할지에 대해 한 가지 가설이 아니라 여러 가설을 세워 가설별로 여러 소재를 제작해서 마케팅 후 반응을 봐야하고,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타사에서는 어떤것들을 하고 있는지 다른 분야더라도 우리 서비스나 제품에 도입해볼것은 무엇인지 인사이트를 끊임없이 수집해 개선해나가고, 이 개선한것들을 알리기 위해 다시 마케팅하고를 계속해서 반복해나가야 한다고 생각합니다.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그래서 저희는 고객분들께 진정한 가치를 제공하려면 어떻게 해야할가를 고민해본 결과 고객이 만들어 달라는대로만 만드는 단순 외주가 아니라,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구상 단계에서부터 함께 하고 다 만든 뒤 사업의 성장까지도 돕는 실행 파트너가 되는것이 진정한 가치를 주는것이라 생각하고 사업성장연구소라는 컨셉으로 신사업을 진행하고 있습니다.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사업성장연구소는 기존과 다르게 초기 출시 과정에서는 힘을 빼고, 빠르게 1차 버전을 출시해 시장 반응을 보면서 고객과 내부 피드백을 반영해가며 계속 개선해나가면서 마케팅도 함께 하는식입니다.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한 번에 큰 계약을 하는 대신 월 구독형태로 매월 이번달의 우선순위를 같이 정해 진행하는 방식입니다.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이렇게 진행하는 이유는 다음과 같습니다.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1. 막상 출시전에 여러 내용들을 예상하고 출시해도, 예상한바와는 다른 경우가 많습니다. 그래서 빠르게 출시해서 실전을 경험하고, 시장 반응을 보고 우선순위들을 정해나가는것을 추천드립니다.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2. 처음에 힘을 많이 주면, 정작 출시후에 쓸 힘이 없습니다. 처음에 크게 단건계약을 하기보다 작게 시작해 마케팅하고 제품을 개선하는것에 더 많은 힘을 주기를 추천드립니다.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실제 케이스들을 소개드리겠습니다.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# 성공 케이스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123타이어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타이어 쇼핑몰을 운영하고 계셨고, 타이어라는 제품 특성상 고객이 자신의 차량에 맞는 타이어를 찾아서 구매하기가 힘들어 고객센터 문의량이 많았고, 타이어를 사면 끝이 아니라 장착점까지 고객이 찾아서 신청해야하는 번거로움이 있어 이탈률이 높았습니다.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그래서 저희는 이 문제점을 고객이 자신의 차량번호만 입력해도 해당 차량에 맞는 타이어들을 맞춤추천해주고, 구매과정에서 해당 타이어를 장착할 장착점을 고를 수 있게 하여 구매 프로세스를 대폭 개선하고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chatgpt 같은 ai 검색 채택률을 높이기 위해 geo 최적화 작업을 하는 등 리뉴얼 이후에도 고객, 내부 피드백을 통해 끊임없이 개선하여 함께 노력한 결과 리뉴얼 후 연매출이 63억에서 79억으로 약 24%가 올랐습니다.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현재도 타이어만 판매하는게 아닌 자동차 용품 쇼핑몰로의 확장 등 많은 개선을 준비중에 있습니다.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blueprep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sat라는 미국 시험에 대비하는 모의고사 시스템이었는데 신규 출시 후 여러 학원에 b2b 판매 및 한국에서 sat 시험을 준비하는 학생들에게 잘 팔릴거라 예상했는데, 예상과 달리 반응이 없었고,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미국에서는 반응이 있을가 광고타겟을 글로벌하게 늘려보니 의외로 미국보다 동남아시아에서 반응이 좋았고, 이후 동남아시아에서 해당 서비스를 좀 더 쾌적하게 이용할 수 있게 해당 지역 서버를 별도 개설 및 해당 국가에서 익숙한 결제시스템으로 결제시스템을 바꾸고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시험 외에도 이용할 이유를 제공하기 위해 단어장 시스템을 제공하는 등 여러 개선을 거쳐 오픈 후 첫해는 약 4,784만원이었지만 다음해에는 1억 7,019만원으로 약 255%가 상승했습니다.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현재도 시험 종류 신설 등 많은 개선을 준비중에 있습니다.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뽀뽀뜨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최근에 진행하고 있는 유아반찬 쇼핑몰로, 현재 두가지 가설을 실험중에 있습니다.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첫째는 구매패턴을 분석해보니 신규고객이 첫구매 후 이탈하는 비율이 매우 높았고 이 중 특정 상품군들을 구매한 고객은 재구매율이 높은것을 확인했습니다.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그래서 해당 상품군들을 따로 모아 별도 랜딩페이지를 만들어 홍보하고, 메인페이지에서도 해당 상품들이 잘 보이게 큐레이션 후 실제 재구매율이 높아지는지 모니터링 중입니다.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현재 해당 상품군들의 판매량이 약 37% 늘었지만 이게 과연 재구매까지로 이어져 실제 재구매율을 높이는지 3개월간 모니터링 예정입니다.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그리고 식단 기능을 넣어 엄마들이 스스로 상품을 찾느라 헤매지 않게 직접 식단을 구성해 배송받기만 하면 되는 식단 기능을 개발중에 있습니다.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둘째는, 저출산 시대에 타업체들은 어떻게 매출을 올리는가 인사이트를 쌓던중 아이들이 알아서 쪽쪽 빨아먹을 수 있는 요거트, 여행을 갈 때도 쉽게 챙겨갈 수 있는 실온 이유식 등 엄마들을 편하게 해주는 상품들이 먹힌다는 가설을 세워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진행중이던 광고소재를 아이 중심이 아니라 엄마들도 쉬세요, 저녁밥이라도 편하게 준비해라, 여유를 되찾으라는 등의 엄마 중심의 소재를 추가했더니 해당 소재가 반응이 좋다는것을 확인했습니다.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그래서 해당 가설을 토대로 이를 더 강화하기 위해 제품에 숟가락과 함께 담을 수 있는 다회용 뚜껑 상품을 개발해 별도 상품으로 판매해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밖에 나가서 먹이기도 편하고, 한번에 다 먹지 못해도 다시 보관하기 편하게 하는 만들 수 있게 로도 한끼를 간편하게 먹일 수 있는 레시피를 추가하고 전면에 내세우는 등 많은 개선을 준비중에 있습니다.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아직 뽀뽀뜨는 뚜렷한 매출 상승은 없지만 가만히 있지 않고 끊임없이 개선하다보면 결국은 매출상승으로 돌아올것이라 기대하고 있습니다.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앞서 저희가 소개드린 대표케이스들을 보시면 알겠지만 저희가 투입된다고 해서 모든 케이스들이 반드시 매출이 오른다고 약속 드릴 수는 없습니다.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하지만 현재 상태를 더 나은 상태로 바꾸고싶다면 가만히 있으면 안되고 계속해서 변화를 일으켜야 한다고 생각합니다.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저희가 약속드릴 수 있는건 어떤 변화를 일으킬지를 같이 논의하고, 그 변화를 위한 실제 실행이 단발성으로 끝나지 않게, 지속적으로 끊임없이 실행될 수 있게 하는 조력자가 되는 것입니다.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실제로 저희가 우리 회사에 무엇을 해줄 수 있는지 들어보고 싶으신분들은 QR코드를 스캔해 “어니스트패밀리”로 편하게 문의 부탁드립니다. 이상 발표 마치겠습니다 들어주셔서 감사합니다.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a91602eabc384ea3" /></Relationships>
</file>

<file path=ppt/slideLayouts/_rels/slideLayout2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ea8ff341d4654a36" /></Relationships>
</file>

<file path=ppt/slideLayouts/_rels/slideLayout3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b9cf4a322cb04667" /></Relationships>
</file>

<file path=ppt/slideLayouts/_rels/slideLayout4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9ddc958530314a17" /></Relationships>
</file>

<file path=ppt/slideLayouts/_rels/slideLayout5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0c6b69d411284f88" /></Relationships>
</file>

<file path=ppt/slideLayouts/_rels/slideLayout6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ed471bca28b34477" /></Relationships>
</file>

<file path=ppt/slideLayouts/_rels/slideLayout7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73add8d5263240ad" /></Relationships>
</file>

<file path=ppt/slideLayouts/_rels/slideLayout8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3ab73ff81d3b4ecd" /></Relationships>
</file>

<file path=ppt/slideLayouts/_rels/slideLayout9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fbcb02c7a7d94849" /></Relationships>
</file>

<file path=ppt/slideLayouts/_rels/slideLayout10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434c90b3a79c4643" /></Relationships>
</file>

<file path=ppt/slideLayouts/_rels/slideLayout1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f5d7cbde6cc64b18" /></Relationships>
</file>

<file path=ppt/slideLayouts/slideLayout1.xml><?xml version="1.0" encoding="utf-8"?>
<p:sldLayout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ABE31332-241C-4408-8ABD-1B2E381FF295}"/>
              </a:ext>
            </a:extLst>
          </p:cNvPr>
          <p:cNvSpPr>
            <a:spLocks xmlns:a="http://schemas.openxmlformats.org/drawingml/2006/main" noGrp="1"/>
          </p:cNvSpPr>
          <p:nvPr>
            <p:ph type="ctrTitle" idx="0"/>
          </p:nvPr>
        </p:nvSpPr>
        <p:spPr>
          <a:xfrm xmlns:a="http://schemas.openxmlformats.org/drawingml/2006/main">
            <a:off x="685800" y="2130425"/>
            <a:ext cx="7772400" cy="1470025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Subtitle 2">
            <a:extLst xmlns:a="http://schemas.openxmlformats.org/drawingml/2006/main">
              <a:ext uri="{FF2B5EF4-FFF2-40B4-BE49-F238E27FC236}">
                <a16:creationId xmlns:a16="http://schemas.microsoft.com/office/drawing/2014/main" id="{184E8779-A868-453C-8CFE-79AE60BF7860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1371600" y="3886200"/>
            <a:ext cx="6400800" cy="1752600"/>
          </a:xfrm>
        </p:spPr>
        <p:txBody>
          <a:bodyPr xmlns:a="http://schemas.openxmlformats.org/drawingml/2006/main"/>
          <a:lstStyle xmlns:a="http://schemas.openxmlformats.org/drawingml/2006/main"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 xmlns:a="http://schemas.openxmlformats.org/drawingml/2006/main">
            <a:r>
              <a:t>Click to edit Master subtitle style</a:t>
            </a:r>
            <a:endParaRPr/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1F4B7A15-5BE4-4865-B4A3-27B1143294C6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BCAD085-E8A6-8845-BD4E-CB4CCA059FC4}" type="datetimeFigureOut">
              <a:t>1/27/13</a:t>
            </a:fld>
            <a:endParaRPr/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C2B90F4E-4D52-409F-B97E-13AEDB319689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5E0B953B-5CE7-43B0-AF11-66ED911D00E5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1FF6DA9-008F-8B48-92A6-B652298478BF}" type="slidenum">
              <a:t>‹#›</a:t>
            </a:fld>
            <a:endParaRPr/>
          </a:p>
        </p:txBody>
      </p:sp>
    </p:spTree>
  </p:cSld>
</p:sldLayout>
</file>

<file path=ppt/slideLayouts/slideLayout2.xml><?xml version="1.0" encoding="utf-8"?>
<p:sldLayout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8288C5CB-4138-4B8A-86D2-B2C95C4474F4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D23FF9EC-5813-4956-9158-6038507F6CB3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  <a:endParaRPr/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90B0A58D-5E3A-4B54-8DFD-6A405442CA1C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BCAD085-E8A6-8845-BD4E-CB4CCA059FC4}" type="datetimeFigureOut">
              <a:t>1/27/13</a:t>
            </a:fld>
            <a:endParaRPr/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204A63CE-5D45-4470-87A8-A10FF00B0B41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80CC274B-B1E8-4BA5-BF27-EDACC0EE16CB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1FF6DA9-008F-8B48-92A6-B652298478BF}" type="slidenum">
              <a:t>‹#›</a:t>
            </a:fld>
            <a:endParaRPr/>
          </a:p>
        </p:txBody>
      </p:sp>
    </p:spTree>
  </p:cSld>
</p:sldLayout>
</file>

<file path=ppt/slideLayouts/slideLayout3.xml><?xml version="1.0" encoding="utf-8"?>
<p:sldLayout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AE306918-E55C-46F1-82E7-102EAE331870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722313" y="4406900"/>
            <a:ext cx="7772400" cy="1362075"/>
          </a:xfrm>
        </p:spPr>
        <p:txBody>
          <a:bodyPr xmlns:a="http://schemas.openxmlformats.org/drawingml/2006/main" anchor="t"/>
          <a:lstStyle xmlns:a="http://schemas.openxmlformats.org/drawingml/2006/main">
            <a:lvl1pPr algn="l">
              <a:buNone/>
              <a:defRPr sz="4000" b="1" cap="all"/>
            </a:lvl1pPr>
          </a:lstStyle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Text Placeholder 2">
            <a:extLst xmlns:a="http://schemas.openxmlformats.org/drawingml/2006/main">
              <a:ext uri="{FF2B5EF4-FFF2-40B4-BE49-F238E27FC236}">
                <a16:creationId xmlns:a16="http://schemas.microsoft.com/office/drawing/2014/main" id="{31637458-DC2D-40B0-B9DE-BFC55F6E6052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722313" y="2906713"/>
            <a:ext cx="7772400" cy="1500187"/>
          </a:xfrm>
        </p:spPr>
        <p:txBody>
          <a:bodyPr xmlns:a="http://schemas.openxmlformats.org/drawingml/2006/main" anchor="b"/>
          <a:lstStyle xmlns:a="http://schemas.openxmlformats.org/drawingml/2006/main"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E24B7BC1-015E-41AD-A93F-9DFC23427321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BCAD085-E8A6-8845-BD4E-CB4CCA059FC4}" type="datetimeFigureOut">
              <a:t>1/27/13</a:t>
            </a:fld>
            <a:endParaRPr/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06C951BE-3A95-486C-BC15-92E03228EEBD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59CBBBB1-FD36-4092-B2EA-E1402927BB52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1FF6DA9-008F-8B48-92A6-B652298478BF}" type="slidenum">
              <a:t>‹#›</a:t>
            </a:fld>
            <a:endParaRPr/>
          </a:p>
        </p:txBody>
      </p:sp>
    </p:spTree>
  </p:cSld>
</p:sldLayout>
</file>

<file path=ppt/slideLayouts/slideLayout4.xml><?xml version="1.0" encoding="utf-8"?>
<p:sldLayout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9083E6BC-7CF6-41F5-B01B-991CA49E7EA7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14940406-0D23-4800-B347-FFD49B97278B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457200" y="1600200"/>
            <a:ext cx="4038600" cy="4525963"/>
          </a:xfrm>
        </p:spPr>
        <p:txBody>
          <a:bodyPr xmlns:a="http://schemas.openxmlformats.org/drawingml/2006/main"/>
          <a:lstStyle xmlns:a="http://schemas.openxmlformats.org/drawingml/2006/main">
            <a:lvl1pPr>
              <a:buNone/>
              <a:defRPr sz="2800"/>
            </a:lvl1pPr>
            <a:lvl2pPr>
              <a:buNone/>
              <a:defRPr sz="2400"/>
            </a:lvl2pPr>
            <a:lvl3pPr>
              <a:buNone/>
              <a:defRPr sz="2000"/>
            </a:lvl3pPr>
            <a:lvl4pPr>
              <a:buNone/>
              <a:defRPr sz="1800"/>
            </a:lvl4pPr>
            <a:lvl5pPr>
              <a:buNone/>
              <a:defRPr sz="1800"/>
            </a:lvl5pPr>
            <a:lvl6pPr>
              <a:buNone/>
              <a:defRPr sz="1800"/>
            </a:lvl6pPr>
            <a:lvl7pPr>
              <a:buNone/>
              <a:defRPr sz="1800"/>
            </a:lvl7pPr>
            <a:lvl8pPr>
              <a:buNone/>
              <a:defRPr sz="1800"/>
            </a:lvl8pPr>
            <a:lvl9pPr>
              <a:buNone/>
              <a:defRPr sz="1800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  <a:endParaRPr/>
          </a:p>
        </p:txBody>
      </p:sp>
      <p:sp>
        <p:nvSpPr>
          <p:cNvPr id="4" name="Content Placeholder 3">
            <a:extLst xmlns:a="http://schemas.openxmlformats.org/drawingml/2006/main">
              <a:ext uri="{FF2B5EF4-FFF2-40B4-BE49-F238E27FC236}">
                <a16:creationId xmlns:a16="http://schemas.microsoft.com/office/drawing/2014/main" id="{E7137B02-A53F-4244-B662-8216BD0754B6}"/>
              </a:ext>
            </a:extLst>
          </p:cNvPr>
          <p:cNvSpPr>
            <a:spLocks xmlns:a="http://schemas.openxmlformats.org/drawingml/2006/main" noGrp="1"/>
          </p:cNvSpPr>
          <p:nvPr>
            <p:ph idx="2"/>
          </p:nvPr>
        </p:nvSpPr>
        <p:spPr>
          <a:xfrm xmlns:a="http://schemas.openxmlformats.org/drawingml/2006/main">
            <a:off x="4648200" y="1600200"/>
            <a:ext cx="4038600" cy="4525963"/>
          </a:xfrm>
        </p:spPr>
        <p:txBody>
          <a:bodyPr xmlns:a="http://schemas.openxmlformats.org/drawingml/2006/main"/>
          <a:lstStyle xmlns:a="http://schemas.openxmlformats.org/drawingml/2006/main">
            <a:lvl1pPr>
              <a:buNone/>
              <a:defRPr sz="2800"/>
            </a:lvl1pPr>
            <a:lvl2pPr>
              <a:buNone/>
              <a:defRPr sz="2400"/>
            </a:lvl2pPr>
            <a:lvl3pPr>
              <a:buNone/>
              <a:defRPr sz="2000"/>
            </a:lvl3pPr>
            <a:lvl4pPr>
              <a:buNone/>
              <a:defRPr sz="1800"/>
            </a:lvl4pPr>
            <a:lvl5pPr>
              <a:buNone/>
              <a:defRPr sz="1800"/>
            </a:lvl5pPr>
            <a:lvl6pPr>
              <a:buNone/>
              <a:defRPr sz="1800"/>
            </a:lvl6pPr>
            <a:lvl7pPr>
              <a:buNone/>
              <a:defRPr sz="1800"/>
            </a:lvl7pPr>
            <a:lvl8pPr>
              <a:buNone/>
              <a:defRPr sz="1800"/>
            </a:lvl8pPr>
            <a:lvl9pPr>
              <a:buNone/>
              <a:defRPr sz="1800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  <a:endParaRPr/>
          </a:p>
        </p:txBody>
      </p:sp>
      <p:sp>
        <p:nvSpPr>
          <p:cNvPr id="5" name="Date Placeholder 4">
            <a:extLst xmlns:a="http://schemas.openxmlformats.org/drawingml/2006/main">
              <a:ext uri="{FF2B5EF4-FFF2-40B4-BE49-F238E27FC236}">
                <a16:creationId xmlns:a16="http://schemas.microsoft.com/office/drawing/2014/main" id="{03D4D452-D408-4F0B-966A-A9F68B8DEDB9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BCAD085-E8A6-8845-BD4E-CB4CCA059FC4}" type="datetimeFigureOut">
              <a:t>1/27/13</a:t>
            </a:fld>
            <a:endParaRPr/>
          </a:p>
        </p:txBody>
      </p:sp>
      <p:sp>
        <p:nvSpPr>
          <p:cNvPr id="6" name="Footer Placeholder 5">
            <a:extLst xmlns:a="http://schemas.openxmlformats.org/drawingml/2006/main">
              <a:ext uri="{FF2B5EF4-FFF2-40B4-BE49-F238E27FC236}">
                <a16:creationId xmlns:a16="http://schemas.microsoft.com/office/drawing/2014/main" id="{A69D16AA-0BBB-4A0B-AA36-AABFAF57C12E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87608BA9-85AA-464E-B168-8A0497E2D737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1FF6DA9-008F-8B48-92A6-B652298478BF}" type="slidenum">
              <a:t>‹#›</a:t>
            </a:fld>
            <a:endParaRPr/>
          </a:p>
        </p:txBody>
      </p:sp>
    </p:spTree>
  </p:cSld>
</p:sldLayout>
</file>

<file path=ppt/slideLayouts/slideLayout5.xml><?xml version="1.0" encoding="utf-8"?>
<p:sldLayout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6C9B88CA-6658-4778-930E-0852AD5A7E69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>
            <a:lvl1pPr>
              <a:buNone/>
              <a:defRPr/>
            </a:lvl1pPr>
          </a:lstStyle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Text Placeholder 2">
            <a:extLst xmlns:a="http://schemas.openxmlformats.org/drawingml/2006/main">
              <a:ext uri="{FF2B5EF4-FFF2-40B4-BE49-F238E27FC236}">
                <a16:creationId xmlns:a16="http://schemas.microsoft.com/office/drawing/2014/main" id="{B6C90BF8-1469-4B0E-93AC-013599F940FC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457200" y="1535113"/>
            <a:ext cx="4040188" cy="639762"/>
          </a:xfrm>
        </p:spPr>
        <p:txBody>
          <a:bodyPr xmlns:a="http://schemas.openxmlformats.org/drawingml/2006/main" anchor="b"/>
          <a:lstStyle xmlns:a="http://schemas.openxmlformats.org/drawingml/2006/main"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4" name="Content Placeholder 3">
            <a:extLst xmlns:a="http://schemas.openxmlformats.org/drawingml/2006/main">
              <a:ext uri="{FF2B5EF4-FFF2-40B4-BE49-F238E27FC236}">
                <a16:creationId xmlns:a16="http://schemas.microsoft.com/office/drawing/2014/main" id="{3088F54A-3C52-45BF-AD6E-06354A7E2177}"/>
              </a:ext>
            </a:extLst>
          </p:cNvPr>
          <p:cNvSpPr>
            <a:spLocks xmlns:a="http://schemas.openxmlformats.org/drawingml/2006/main" noGrp="1"/>
          </p:cNvSpPr>
          <p:nvPr>
            <p:ph idx="2"/>
          </p:nvPr>
        </p:nvSpPr>
        <p:spPr>
          <a:xfrm xmlns:a="http://schemas.openxmlformats.org/drawingml/2006/main">
            <a:off x="457200" y="2174875"/>
            <a:ext cx="4040188" cy="3951288"/>
          </a:xfrm>
        </p:spPr>
        <p:txBody>
          <a:bodyPr xmlns:a="http://schemas.openxmlformats.org/drawingml/2006/main"/>
          <a:lstStyle xmlns:a="http://schemas.openxmlformats.org/drawingml/2006/main">
            <a:lvl1pPr>
              <a:buNone/>
              <a:defRPr sz="2400"/>
            </a:lvl1pPr>
            <a:lvl2pPr>
              <a:buNone/>
              <a:defRPr sz="2000"/>
            </a:lvl2pPr>
            <a:lvl3pPr>
              <a:buNone/>
              <a:defRPr sz="1800"/>
            </a:lvl3pPr>
            <a:lvl4pPr>
              <a:buNone/>
              <a:defRPr sz="1600"/>
            </a:lvl4pPr>
            <a:lvl5pPr>
              <a:buNone/>
              <a:defRPr sz="1600"/>
            </a:lvl5pPr>
            <a:lvl6pPr>
              <a:buNone/>
              <a:defRPr sz="1600"/>
            </a:lvl6pPr>
            <a:lvl7pPr>
              <a:buNone/>
              <a:defRPr sz="1600"/>
            </a:lvl7pPr>
            <a:lvl8pPr>
              <a:buNone/>
              <a:defRPr sz="1600"/>
            </a:lvl8pPr>
            <a:lvl9pPr>
              <a:buNone/>
              <a:defRPr sz="1600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  <a:endParaRPr/>
          </a:p>
        </p:txBody>
      </p:sp>
      <p:sp>
        <p:nvSpPr>
          <p:cNvPr id="5" name="Text Placeholder 4">
            <a:extLst xmlns:a="http://schemas.openxmlformats.org/drawingml/2006/main">
              <a:ext uri="{FF2B5EF4-FFF2-40B4-BE49-F238E27FC236}">
                <a16:creationId xmlns:a16="http://schemas.microsoft.com/office/drawing/2014/main" id="{E165E5E8-1ECB-49E4-9D80-02448A11DBDB}"/>
              </a:ext>
            </a:extLst>
          </p:cNvPr>
          <p:cNvSpPr>
            <a:spLocks xmlns:a="http://schemas.openxmlformats.org/drawingml/2006/main" noGrp="1"/>
          </p:cNvSpPr>
          <p:nvPr>
            <p:ph type="body" idx="3"/>
          </p:nvPr>
        </p:nvSpPr>
        <p:spPr>
          <a:xfrm xmlns:a="http://schemas.openxmlformats.org/drawingml/2006/main">
            <a:off x="4645025" y="1535113"/>
            <a:ext cx="4041775" cy="639762"/>
          </a:xfrm>
        </p:spPr>
        <p:txBody>
          <a:bodyPr xmlns:a="http://schemas.openxmlformats.org/drawingml/2006/main" anchor="b"/>
          <a:lstStyle xmlns:a="http://schemas.openxmlformats.org/drawingml/2006/main"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6" name="Content Placeholder 5">
            <a:extLst xmlns:a="http://schemas.openxmlformats.org/drawingml/2006/main">
              <a:ext uri="{FF2B5EF4-FFF2-40B4-BE49-F238E27FC236}">
                <a16:creationId xmlns:a16="http://schemas.microsoft.com/office/drawing/2014/main" id="{EFDF4807-AD96-4B07-A87D-27D6389BE725}"/>
              </a:ext>
            </a:extLst>
          </p:cNvPr>
          <p:cNvSpPr>
            <a:spLocks xmlns:a="http://schemas.openxmlformats.org/drawingml/2006/main" noGrp="1"/>
          </p:cNvSpPr>
          <p:nvPr>
            <p:ph idx="4"/>
          </p:nvPr>
        </p:nvSpPr>
        <p:spPr>
          <a:xfrm xmlns:a="http://schemas.openxmlformats.org/drawingml/2006/main">
            <a:off x="4645025" y="2174875"/>
            <a:ext cx="4041775" cy="3951288"/>
          </a:xfrm>
        </p:spPr>
        <p:txBody>
          <a:bodyPr xmlns:a="http://schemas.openxmlformats.org/drawingml/2006/main"/>
          <a:lstStyle xmlns:a="http://schemas.openxmlformats.org/drawingml/2006/main">
            <a:lvl1pPr>
              <a:buNone/>
              <a:defRPr sz="2400"/>
            </a:lvl1pPr>
            <a:lvl2pPr>
              <a:buNone/>
              <a:defRPr sz="2000"/>
            </a:lvl2pPr>
            <a:lvl3pPr>
              <a:buNone/>
              <a:defRPr sz="1800"/>
            </a:lvl3pPr>
            <a:lvl4pPr>
              <a:buNone/>
              <a:defRPr sz="1600"/>
            </a:lvl4pPr>
            <a:lvl5pPr>
              <a:buNone/>
              <a:defRPr sz="1600"/>
            </a:lvl5pPr>
            <a:lvl6pPr>
              <a:buNone/>
              <a:defRPr sz="1600"/>
            </a:lvl6pPr>
            <a:lvl7pPr>
              <a:buNone/>
              <a:defRPr sz="1600"/>
            </a:lvl7pPr>
            <a:lvl8pPr>
              <a:buNone/>
              <a:defRPr sz="1600"/>
            </a:lvl8pPr>
            <a:lvl9pPr>
              <a:buNone/>
              <a:defRPr sz="1600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  <a:endParaRPr/>
          </a:p>
        </p:txBody>
      </p:sp>
      <p:sp>
        <p:nvSpPr>
          <p:cNvPr id="7" name="Date Placeholder 6">
            <a:extLst xmlns:a="http://schemas.openxmlformats.org/drawingml/2006/main">
              <a:ext uri="{FF2B5EF4-FFF2-40B4-BE49-F238E27FC236}">
                <a16:creationId xmlns:a16="http://schemas.microsoft.com/office/drawing/2014/main" id="{8A706A93-1956-41FA-A709-81B14C8C4D5D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BCAD085-E8A6-8845-BD4E-CB4CCA059FC4}" type="datetimeFigureOut">
              <a:t>1/27/13</a:t>
            </a:fld>
            <a:endParaRPr/>
          </a:p>
        </p:txBody>
      </p:sp>
      <p:sp>
        <p:nvSpPr>
          <p:cNvPr id="8" name="Footer Placeholder 7">
            <a:extLst xmlns:a="http://schemas.openxmlformats.org/drawingml/2006/main">
              <a:ext uri="{FF2B5EF4-FFF2-40B4-BE49-F238E27FC236}">
                <a16:creationId xmlns:a16="http://schemas.microsoft.com/office/drawing/2014/main" id="{7590E8FE-B8FA-4D28-907E-D13C5BB8C499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9" name="Slide Number Placeholder 8">
            <a:extLst xmlns:a="http://schemas.openxmlformats.org/drawingml/2006/main">
              <a:ext uri="{FF2B5EF4-FFF2-40B4-BE49-F238E27FC236}">
                <a16:creationId xmlns:a16="http://schemas.microsoft.com/office/drawing/2014/main" id="{BF7A04E2-AA88-44D4-AD6E-29DD3BC32C97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1FF6DA9-008F-8B48-92A6-B652298478BF}" type="slidenum">
              <a:t>‹#›</a:t>
            </a:fld>
            <a:endParaRPr/>
          </a:p>
        </p:txBody>
      </p:sp>
    </p:spTree>
  </p:cSld>
</p:sldLayout>
</file>

<file path=ppt/slideLayouts/slideLayout6.xml><?xml version="1.0" encoding="utf-8"?>
<p:sldLayout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78FEE5CA-3F77-4B0C-A90A-F45E54F9A5F6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Date Placeholder 2">
            <a:extLst xmlns:a="http://schemas.openxmlformats.org/drawingml/2006/main">
              <a:ext uri="{FF2B5EF4-FFF2-40B4-BE49-F238E27FC236}">
                <a16:creationId xmlns:a16="http://schemas.microsoft.com/office/drawing/2014/main" id="{5AB92F2D-341F-467B-9F12-A44F9D8F6AEA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BCAD085-E8A6-8845-BD4E-CB4CCA059FC4}" type="datetimeFigureOut">
              <a:t>1/27/13</a:t>
            </a:fld>
            <a:endParaRPr/>
          </a:p>
        </p:txBody>
      </p:sp>
      <p:sp>
        <p:nvSpPr>
          <p:cNvPr id="4" name="Footer Placeholder 3">
            <a:extLst xmlns:a="http://schemas.openxmlformats.org/drawingml/2006/main">
              <a:ext uri="{FF2B5EF4-FFF2-40B4-BE49-F238E27FC236}">
                <a16:creationId xmlns:a16="http://schemas.microsoft.com/office/drawing/2014/main" id="{84CAA910-1F36-4B4E-BBBA-F71F81AC7063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5" name="Slide Number Placeholder 4">
            <a:extLst xmlns:a="http://schemas.openxmlformats.org/drawingml/2006/main">
              <a:ext uri="{FF2B5EF4-FFF2-40B4-BE49-F238E27FC236}">
                <a16:creationId xmlns:a16="http://schemas.microsoft.com/office/drawing/2014/main" id="{17C8369B-950D-4B84-B610-B55F546765B3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1FF6DA9-008F-8B48-92A6-B652298478BF}" type="slidenum">
              <a:t>‹#›</a:t>
            </a:fld>
            <a:endParaRPr/>
          </a:p>
        </p:txBody>
      </p:sp>
    </p:spTree>
  </p:cSld>
</p:sldLayout>
</file>

<file path=ppt/slideLayouts/slideLayout7.xml><?xml version="1.0" encoding="utf-8"?>
<p:sldLayout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Date Placeholder 1">
            <a:extLst xmlns:a="http://schemas.openxmlformats.org/drawingml/2006/main">
              <a:ext uri="{FF2B5EF4-FFF2-40B4-BE49-F238E27FC236}">
                <a16:creationId xmlns:a16="http://schemas.microsoft.com/office/drawing/2014/main" id="{76D39A90-8F72-456B-83F8-0B5462DCF3F6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BCAD085-E8A6-8845-BD4E-CB4CCA059FC4}" type="datetimeFigureOut">
              <a:t>1/27/13</a:t>
            </a:fld>
            <a:endParaRPr/>
          </a:p>
        </p:txBody>
      </p:sp>
      <p:sp>
        <p:nvSpPr>
          <p:cNvPr id="3" name="Footer Placeholder 2">
            <a:extLst xmlns:a="http://schemas.openxmlformats.org/drawingml/2006/main">
              <a:ext uri="{FF2B5EF4-FFF2-40B4-BE49-F238E27FC236}">
                <a16:creationId xmlns:a16="http://schemas.microsoft.com/office/drawing/2014/main" id="{A83E49B7-0B89-48A7-89A6-1F6706866059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4" name="Slide Number Placeholder 3">
            <a:extLst xmlns:a="http://schemas.openxmlformats.org/drawingml/2006/main">
              <a:ext uri="{FF2B5EF4-FFF2-40B4-BE49-F238E27FC236}">
                <a16:creationId xmlns:a16="http://schemas.microsoft.com/office/drawing/2014/main" id="{70E4410E-3A55-4CE4-AE01-2FC787437E9F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1FF6DA9-008F-8B48-92A6-B652298478BF}" type="slidenum">
              <a:t>‹#›</a:t>
            </a:fld>
            <a:endParaRPr/>
          </a:p>
        </p:txBody>
      </p:sp>
    </p:spTree>
  </p:cSld>
</p:sldLayout>
</file>

<file path=ppt/slideLayouts/slideLayout8.xml><?xml version="1.0" encoding="utf-8"?>
<p:sldLayout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D2E4FD68-32D6-48EB-A844-851CAC6AA24C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457200" y="273050"/>
            <a:ext cx="3008313" cy="1162050"/>
          </a:xfrm>
        </p:spPr>
        <p:txBody>
          <a:bodyPr xmlns:a="http://schemas.openxmlformats.org/drawingml/2006/main" anchor="b"/>
          <a:lstStyle xmlns:a="http://schemas.openxmlformats.org/drawingml/2006/main">
            <a:lvl1pPr algn="l">
              <a:buNone/>
              <a:defRPr sz="2000" b="1"/>
            </a:lvl1pPr>
          </a:lstStyle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5DCF6C23-CC9B-4269-9AD1-BA4381882920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3575050" y="273050"/>
            <a:ext cx="5111750" cy="5853113"/>
          </a:xfrm>
        </p:spPr>
        <p:txBody>
          <a:bodyPr xmlns:a="http://schemas.openxmlformats.org/drawingml/2006/main"/>
          <a:lstStyle xmlns:a="http://schemas.openxmlformats.org/drawingml/2006/main">
            <a:lvl1pPr>
              <a:buNone/>
              <a:defRPr sz="3200"/>
            </a:lvl1pPr>
            <a:lvl2pPr>
              <a:buNone/>
              <a:defRPr sz="2800"/>
            </a:lvl2pPr>
            <a:lvl3pPr>
              <a:buNone/>
              <a:defRPr sz="2400"/>
            </a:lvl3pPr>
            <a:lvl4pPr>
              <a:buNone/>
              <a:defRPr sz="2000"/>
            </a:lvl4pPr>
            <a:lvl5pPr>
              <a:buNone/>
              <a:defRPr sz="2000"/>
            </a:lvl5pPr>
            <a:lvl6pPr>
              <a:buNone/>
              <a:defRPr sz="2000"/>
            </a:lvl6pPr>
            <a:lvl7pPr>
              <a:buNone/>
              <a:defRPr sz="2000"/>
            </a:lvl7pPr>
            <a:lvl8pPr>
              <a:buNone/>
              <a:defRPr sz="2000"/>
            </a:lvl8pPr>
            <a:lvl9pPr>
              <a:buNone/>
              <a:defRPr sz="2000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  <a:endParaRPr/>
          </a:p>
        </p:txBody>
      </p:sp>
      <p:sp>
        <p:nvSpPr>
          <p:cNvPr id="4" name="Text Placeholder 3">
            <a:extLst xmlns:a="http://schemas.openxmlformats.org/drawingml/2006/main">
              <a:ext uri="{FF2B5EF4-FFF2-40B4-BE49-F238E27FC236}">
                <a16:creationId xmlns:a16="http://schemas.microsoft.com/office/drawing/2014/main" id="{EC59F6FB-4581-47AC-B660-A81E6D0A5AA6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457200" y="1435100"/>
            <a:ext cx="3008313" cy="4691063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5" name="Date Placeholder 4">
            <a:extLst xmlns:a="http://schemas.openxmlformats.org/drawingml/2006/main">
              <a:ext uri="{FF2B5EF4-FFF2-40B4-BE49-F238E27FC236}">
                <a16:creationId xmlns:a16="http://schemas.microsoft.com/office/drawing/2014/main" id="{61D6D8A5-8843-41E6-B464-04B12BE40F4D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BCAD085-E8A6-8845-BD4E-CB4CCA059FC4}" type="datetimeFigureOut">
              <a:t>1/27/13</a:t>
            </a:fld>
            <a:endParaRPr/>
          </a:p>
        </p:txBody>
      </p:sp>
      <p:sp>
        <p:nvSpPr>
          <p:cNvPr id="6" name="Footer Placeholder 5">
            <a:extLst xmlns:a="http://schemas.openxmlformats.org/drawingml/2006/main">
              <a:ext uri="{FF2B5EF4-FFF2-40B4-BE49-F238E27FC236}">
                <a16:creationId xmlns:a16="http://schemas.microsoft.com/office/drawing/2014/main" id="{8EFB51A8-BF03-418B-BF83-5F5DAA37A6D5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EB7BCA91-A26B-437A-8E84-D6CB820B3BFD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1FF6DA9-008F-8B48-92A6-B652298478BF}" type="slidenum">
              <a:t>‹#›</a:t>
            </a:fld>
            <a:endParaRPr/>
          </a:p>
        </p:txBody>
      </p:sp>
    </p:spTree>
  </p:cSld>
</p:sldLayout>
</file>

<file path=ppt/slideLayouts/slideLayout9.xml><?xml version="1.0" encoding="utf-8"?>
<p:sldLayout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34B42F31-B29B-49EC-B8B5-42468C157EB7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1792288" y="4800600"/>
            <a:ext cx="5486400" cy="566738"/>
          </a:xfrm>
        </p:spPr>
        <p:txBody>
          <a:bodyPr xmlns:a="http://schemas.openxmlformats.org/drawingml/2006/main" anchor="b"/>
          <a:lstStyle xmlns:a="http://schemas.openxmlformats.org/drawingml/2006/main">
            <a:lvl1pPr algn="l">
              <a:buNone/>
              <a:defRPr sz="2000" b="1"/>
            </a:lvl1pPr>
          </a:lstStyle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Picture Placeholder 2">
            <a:extLst xmlns:a="http://schemas.openxmlformats.org/drawingml/2006/main">
              <a:ext uri="{FF2B5EF4-FFF2-40B4-BE49-F238E27FC236}">
                <a16:creationId xmlns:a16="http://schemas.microsoft.com/office/drawing/2014/main" id="{E84162CD-6C1B-4595-B69D-73711E59AFE4}"/>
              </a:ext>
            </a:extLst>
          </p:cNvPr>
          <p:cNvSpPr>
            <a:spLocks xmlns:a="http://schemas.openxmlformats.org/drawingml/2006/main" noGrp="1"/>
          </p:cNvSpPr>
          <p:nvPr>
            <p:ph type="pic" idx="1"/>
          </p:nvPr>
        </p:nvSpPr>
        <p:spPr>
          <a:xfrm xmlns:a="http://schemas.openxmlformats.org/drawingml/2006/main">
            <a:off x="1792288" y="612775"/>
            <a:ext cx="5486400" cy="4114800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 xmlns:a="http://schemas.openxmlformats.org/drawingml/2006/main">
            <a:endParaRPr/>
          </a:p>
        </p:txBody>
      </p:sp>
      <p:sp>
        <p:nvSpPr>
          <p:cNvPr id="4" name="Text Placeholder 3">
            <a:extLst xmlns:a="http://schemas.openxmlformats.org/drawingml/2006/main">
              <a:ext uri="{FF2B5EF4-FFF2-40B4-BE49-F238E27FC236}">
                <a16:creationId xmlns:a16="http://schemas.microsoft.com/office/drawing/2014/main" id="{3F2E8C46-B662-4026-B16D-AB57B9B15CF9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1792288" y="5367338"/>
            <a:ext cx="5486400" cy="804862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5" name="Date Placeholder 4">
            <a:extLst xmlns:a="http://schemas.openxmlformats.org/drawingml/2006/main">
              <a:ext uri="{FF2B5EF4-FFF2-40B4-BE49-F238E27FC236}">
                <a16:creationId xmlns:a16="http://schemas.microsoft.com/office/drawing/2014/main" id="{14A3195C-C2DA-429E-9ACD-FF3895F023CF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BCAD085-E8A6-8845-BD4E-CB4CCA059FC4}" type="datetimeFigureOut">
              <a:t>1/27/13</a:t>
            </a:fld>
            <a:endParaRPr/>
          </a:p>
        </p:txBody>
      </p:sp>
      <p:sp>
        <p:nvSpPr>
          <p:cNvPr id="6" name="Footer Placeholder 5">
            <a:extLst xmlns:a="http://schemas.openxmlformats.org/drawingml/2006/main">
              <a:ext uri="{FF2B5EF4-FFF2-40B4-BE49-F238E27FC236}">
                <a16:creationId xmlns:a16="http://schemas.microsoft.com/office/drawing/2014/main" id="{AE1603CE-37A6-4411-962E-2C4001DC914E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369E0AA6-D2BE-491A-8417-CF43F6E17299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1FF6DA9-008F-8B48-92A6-B652298478BF}" type="slidenum">
              <a:t>‹#›</a:t>
            </a:fld>
            <a:endParaRPr/>
          </a:p>
        </p:txBody>
      </p:sp>
    </p:spTree>
  </p:cSld>
</p:sldLayout>
</file>

<file path=ppt/slideLayouts/slideLayout10.xml><?xml version="1.0" encoding="utf-8"?>
<p:sldLayout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1B7FFA6B-F243-40C9-A7AB-857FC172C1E6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Vertical Text Placeholder 2">
            <a:extLst xmlns:a="http://schemas.openxmlformats.org/drawingml/2006/main">
              <a:ext uri="{FF2B5EF4-FFF2-40B4-BE49-F238E27FC236}">
                <a16:creationId xmlns:a16="http://schemas.microsoft.com/office/drawing/2014/main" id="{90A0AE41-116B-4F07-95CC-E31B4C422510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 vert="eaVert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  <a:endParaRPr/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B06D1C1A-EED8-4BE2-ADA4-5C3832966179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BCAD085-E8A6-8845-BD4E-CB4CCA059FC4}" type="datetimeFigureOut">
              <a:t>1/27/13</a:t>
            </a:fld>
            <a:endParaRPr/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42C1A0B8-6FD0-4E88-AB81-E481EAAB4DCD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A9D2F4B2-DF7E-497F-92C0-0E428DDCEB55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1FF6DA9-008F-8B48-92A6-B652298478BF}" type="slidenum">
              <a:t>‹#›</a:t>
            </a:fld>
            <a:endParaRPr/>
          </a:p>
        </p:txBody>
      </p:sp>
    </p:spTree>
  </p:cSld>
</p:sldLayout>
</file>

<file path=ppt/slideLayouts/slideLayout11.xml><?xml version="1.0" encoding="utf-8"?>
<p:sldLayout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Vertical Title 1">
            <a:extLst xmlns:a="http://schemas.openxmlformats.org/drawingml/2006/main">
              <a:ext uri="{FF2B5EF4-FFF2-40B4-BE49-F238E27FC236}">
                <a16:creationId xmlns:a16="http://schemas.microsoft.com/office/drawing/2014/main" id="{941A8A22-EDC7-4BDC-80B7-3DBBE6E3F068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629400" y="274638"/>
            <a:ext cx="2057400" cy="5851525"/>
          </a:xfrm>
        </p:spPr>
        <p:txBody>
          <a:bodyPr xmlns:a="http://schemas.openxmlformats.org/drawingml/2006/main" vert="eaVert"/>
          <a:lstStyle xmlns:a="http://schemas.openxmlformats.org/drawingml/2006/main"/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Vertical Text Placeholder 2">
            <a:extLst xmlns:a="http://schemas.openxmlformats.org/drawingml/2006/main">
              <a:ext uri="{FF2B5EF4-FFF2-40B4-BE49-F238E27FC236}">
                <a16:creationId xmlns:a16="http://schemas.microsoft.com/office/drawing/2014/main" id="{E95F0AC5-EECB-42C8-9D5B-1DA9BE3C7E3B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457200" y="274638"/>
            <a:ext cx="6019800" cy="5851525"/>
          </a:xfrm>
        </p:spPr>
        <p:txBody>
          <a:bodyPr xmlns:a="http://schemas.openxmlformats.org/drawingml/2006/main" vert="eaVert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  <a:endParaRPr/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AF11BDD2-ED70-4F1A-AA82-650B8DB8D78D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BCAD085-E8A6-8845-BD4E-CB4CCA059FC4}" type="datetimeFigureOut">
              <a:t>1/27/13</a:t>
            </a:fld>
            <a:endParaRPr/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A5E71E9F-6BF7-49A7-809B-340157C69C05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5B7ABFE4-FBDE-442F-988B-4AA206B38E8D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1FF6DA9-008F-8B48-92A6-B652298478BF}" type="slidenum">
              <a:t>‹#›</a:t>
            </a:fld>
            <a:endParaRPr/>
          </a:p>
        </p:txBody>
      </p:sp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577fb984972446da" /><Relationship Type="http://schemas.openxmlformats.org/officeDocument/2006/relationships/slideLayout" Target="/ppt/slideLayouts/slideLayout1.xml" Id="R63999ddb0cb2484f" /><Relationship Type="http://schemas.openxmlformats.org/officeDocument/2006/relationships/slideLayout" Target="/ppt/slideLayouts/slideLayout2.xml" Id="R48a5b2d8752e4a75" /><Relationship Type="http://schemas.openxmlformats.org/officeDocument/2006/relationships/slideLayout" Target="/ppt/slideLayouts/slideLayout3.xml" Id="Rda1413a73f34423c" /><Relationship Type="http://schemas.openxmlformats.org/officeDocument/2006/relationships/slideLayout" Target="/ppt/slideLayouts/slideLayout4.xml" Id="Rdeaf6e5747864b3a" /><Relationship Type="http://schemas.openxmlformats.org/officeDocument/2006/relationships/slideLayout" Target="/ppt/slideLayouts/slideLayout5.xml" Id="R1b675b2a375c41fd" /><Relationship Type="http://schemas.openxmlformats.org/officeDocument/2006/relationships/slideLayout" Target="/ppt/slideLayouts/slideLayout6.xml" Id="Rc8f22562b8094a0e" /><Relationship Type="http://schemas.openxmlformats.org/officeDocument/2006/relationships/slideLayout" Target="/ppt/slideLayouts/slideLayout7.xml" Id="Rc71e1c7d80c2415e" /><Relationship Type="http://schemas.openxmlformats.org/officeDocument/2006/relationships/slideLayout" Target="/ppt/slideLayouts/slideLayout8.xml" Id="Rdadd4b3ef99d4843" /><Relationship Type="http://schemas.openxmlformats.org/officeDocument/2006/relationships/slideLayout" Target="/ppt/slideLayouts/slideLayout9.xml" Id="Rda5ab125c6394b93" /><Relationship Type="http://schemas.openxmlformats.org/officeDocument/2006/relationships/slideLayout" Target="/ppt/slideLayouts/slideLayout10.xml" Id="R9e6b2e10f4154403" /><Relationship Type="http://schemas.openxmlformats.org/officeDocument/2006/relationships/slideLayout" Target="/ppt/slideLayouts/slideLayout11.xml" Id="R8a2ca2ac1cd54015" /></Relationships>
</file>

<file path=ppt/slideMasters/slideMaster1.xml><?xml version="1.0" encoding="utf-8"?>
<p:sld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Placeholder 1">
            <a:extLst xmlns:a="http://schemas.openxmlformats.org/drawingml/2006/main">
              <a:ext uri="{FF2B5EF4-FFF2-40B4-BE49-F238E27FC236}">
                <a16:creationId xmlns:a16="http://schemas.microsoft.com/office/drawing/2014/main" id="{C6F16800-0F8A-4FD1-B127-3348E8A09380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457200" y="274638"/>
            <a:ext cx="8229600" cy="1143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>
            <a:normAutofit/>
          </a:bodyPr>
          <a:lstStyle xmlns:a="http://schemas.openxmlformats.org/drawingml/2006/main"/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Text Placeholder 2">
            <a:extLst xmlns:a="http://schemas.openxmlformats.org/drawingml/2006/main">
              <a:ext uri="{FF2B5EF4-FFF2-40B4-BE49-F238E27FC236}">
                <a16:creationId xmlns:a16="http://schemas.microsoft.com/office/drawing/2014/main" id="{B5A61617-700C-4A58-9241-6E3F2AD5B16B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457200" y="1600200"/>
            <a:ext cx="8229600" cy="4525963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>
            <a:normAutofit/>
          </a:bodyPr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  <a:endParaRPr/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5E9C1E8C-8DFF-492C-9204-E58744D64529}"/>
              </a:ext>
            </a:extLst>
          </p:cNvPr>
          <p:cNvSpPr>
            <a:spLocks xmlns:a="http://schemas.openxmlformats.org/drawingml/2006/main" noGrp="1"/>
          </p:cNvSpPr>
          <p:nvPr>
            <p:ph type="dt" idx="2"/>
          </p:nvPr>
        </p:nvSpPr>
        <p:spPr>
          <a:xfrm xmlns:a="http://schemas.openxmlformats.org/drawingml/2006/main">
            <a:off x="457200" y="6356350"/>
            <a:ext cx="21336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fld id="{5BCAD085-E8A6-8845-BD4E-CB4CCA059FC4}" type="datetimeFigureOut">
              <a:t>1/27/13</a:t>
            </a:fld>
            <a:endParaRPr/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5E5B6287-4E17-4C8B-B56C-E48ED6AAA13E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3124200" y="6356350"/>
            <a:ext cx="28956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ctr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endParaRPr/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2745A063-75C6-424E-8C16-E364ED5A0C6A}"/>
              </a:ext>
            </a:extLst>
          </p:cNvPr>
          <p:cNvSpPr>
            <a:spLocks xmlns:a="http://schemas.openxmlformats.org/drawingml/2006/main" noGrp="1"/>
          </p:cNvSpPr>
          <p:nvPr>
            <p:ph type="sldNum" idx="4"/>
          </p:nvPr>
        </p:nvSpPr>
        <p:spPr>
          <a:xfrm xmlns:a="http://schemas.openxmlformats.org/drawingml/2006/main">
            <a:off x="6553200" y="6356350"/>
            <a:ext cx="21336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r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fld id="{C1FF6DA9-008F-8B48-92A6-B652298478BF}" type="slidenum">
              <a:t>‹#›</a:t>
            </a:fld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63999ddb0cb2484f"/>
    <p:sldLayoutId xmlns:r="http://schemas.openxmlformats.org/officeDocument/2006/relationships" id="2147483650" r:id="R48a5b2d8752e4a75"/>
    <p:sldLayoutId xmlns:r="http://schemas.openxmlformats.org/officeDocument/2006/relationships" id="2147483651" r:id="Rda1413a73f34423c"/>
    <p:sldLayoutId xmlns:r="http://schemas.openxmlformats.org/officeDocument/2006/relationships" id="2147483652" r:id="Rdeaf6e5747864b3a"/>
    <p:sldLayoutId xmlns:r="http://schemas.openxmlformats.org/officeDocument/2006/relationships" id="2147483653" r:id="R1b675b2a375c41fd"/>
    <p:sldLayoutId xmlns:r="http://schemas.openxmlformats.org/officeDocument/2006/relationships" id="2147483654" r:id="Rc8f22562b8094a0e"/>
    <p:sldLayoutId xmlns:r="http://schemas.openxmlformats.org/officeDocument/2006/relationships" id="2147483655" r:id="Rc71e1c7d80c2415e"/>
    <p:sldLayoutId xmlns:r="http://schemas.openxmlformats.org/officeDocument/2006/relationships" id="2147483656" r:id="Rdadd4b3ef99d4843"/>
    <p:sldLayoutId xmlns:r="http://schemas.openxmlformats.org/officeDocument/2006/relationships" id="2147483657" r:id="Rda5ab125c6394b93"/>
    <p:sldLayoutId xmlns:r="http://schemas.openxmlformats.org/officeDocument/2006/relationships" id="2147483658" r:id="R9e6b2e10f4154403"/>
    <p:sldLayoutId xmlns:r="http://schemas.openxmlformats.org/officeDocument/2006/relationships" id="2147483659" r:id="R8a2ca2ac1cd54015"/>
  </p:sldLayoutIdLst>
  <p:txStyles>
    <p:titleStyle>
      <a:lvl1pPr xmlns:a="http://schemas.openxmlformats.org/drawingml/2006/main" algn="ctr" defTabSz="457200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342900" indent="-342900" algn="l" defTabSz="457200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742950" indent="-285750" algn="l" defTabSz="457200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 defTabSz="457200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 defTabSz="457200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 defTabSz="457200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 defTabSz="4572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 defTabSz="4572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 defTabSz="4572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 defTabSz="4572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 defTabSz="4572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 defTabSz="4572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 defTabSz="4572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 defTabSz="4572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 defTabSz="4572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 defTabSz="4572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 defTabSz="4572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 defTabSz="4572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 defTabSz="4572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>
          <a:solidFill>
            <a:schemeClr val="phClr">
              <a:shade val="95000"/>
              <a:satMod val="105000"/>
            </a:schemeClr>
          </a:solidFill>
          <a:prstDash val="solid"/>
        </a:ln>
        <a:ln w="25400">
          <a:solidFill>
            <a:schemeClr val="phClr"/>
          </a:solidFill>
          <a:prstDash val="solid"/>
        </a:ln>
        <a:ln w="38100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98b0032aee9747c1" /><Relationship Type="http://schemas.openxmlformats.org/officeDocument/2006/relationships/image" Target="/ppt/media/image.png" Id="Rff2b9694846d438c" /><Relationship Type="http://schemas.openxmlformats.org/officeDocument/2006/relationships/notesSlide" Target="/ppt/notesSlides/notesSlide1.xml" Id="Rbff6d81aceb849a2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f51541f5810c4a93" /><Relationship Type="http://schemas.openxmlformats.org/officeDocument/2006/relationships/image" Target="/ppt/media/image2.png" Id="R40f030381a9e475c" /><Relationship Type="http://schemas.openxmlformats.org/officeDocument/2006/relationships/notesSlide" Target="/ppt/notesSlides/notesSlide2.xml" Id="Ra885e0b22e684cb7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a3426983819c43f1" /><Relationship Type="http://schemas.openxmlformats.org/officeDocument/2006/relationships/image" Target="/ppt/media/image3.png" Id="R7d06eac9bdd64766" /><Relationship Type="http://schemas.openxmlformats.org/officeDocument/2006/relationships/notesSlide" Target="/ppt/notesSlides/notesSlide3.xml" Id="Rd0b658e9465e4254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a9a39da2cffa41f6" /><Relationship Type="http://schemas.openxmlformats.org/officeDocument/2006/relationships/image" Target="/ppt/media/image4.png" Id="R3c473610820a4de2" /><Relationship Type="http://schemas.openxmlformats.org/officeDocument/2006/relationships/notesSlide" Target="/ppt/notesSlides/notesSlide4.xml" Id="R2f7992f23ed84470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052e01a9ad3b4192" /><Relationship Type="http://schemas.openxmlformats.org/officeDocument/2006/relationships/image" Target="/ppt/media/image5.png" Id="Rbaf2a875786841d9" /><Relationship Type="http://schemas.openxmlformats.org/officeDocument/2006/relationships/notesSlide" Target="/ppt/notesSlides/notesSlide5.xml" Id="R8d1a60a31e034f31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cf26cc71407640a2" /><Relationship Type="http://schemas.openxmlformats.org/officeDocument/2006/relationships/image" Target="/ppt/media/image6.png" Id="R57e4f9d9b8d244a1" /><Relationship Type="http://schemas.openxmlformats.org/officeDocument/2006/relationships/notesSlide" Target="/ppt/notesSlides/notesSlide6.xml" Id="R07de9d537e34465f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05ca4fb19c874934" /><Relationship Type="http://schemas.openxmlformats.org/officeDocument/2006/relationships/image" Target="/ppt/media/image7.png" Id="R77b955ae95fa472c" /><Relationship Type="http://schemas.openxmlformats.org/officeDocument/2006/relationships/notesSlide" Target="/ppt/notesSlides/notesSlide7.xml" Id="R69faed985b2e4db0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050a8aac17934d8a" /><Relationship Type="http://schemas.openxmlformats.org/officeDocument/2006/relationships/image" Target="/ppt/media/image8.png" Id="R3e62d27047614c55" /><Relationship Type="http://schemas.openxmlformats.org/officeDocument/2006/relationships/notesSlide" Target="/ppt/notesSlides/notesSlide8.xml" Id="R4845c94e6a9e4375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c34e1c95b8f74622" /><Relationship Type="http://schemas.openxmlformats.org/officeDocument/2006/relationships/image" Target="/ppt/media/image9.png" Id="Rec04db58a2744d49" /><Relationship Type="http://schemas.openxmlformats.org/officeDocument/2006/relationships/notesSlide" Target="/ppt/notesSlides/notesSlide9.xml" Id="Rc709d98e97564c9b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f6baf30396cb42da" /><Relationship Type="http://schemas.openxmlformats.org/officeDocument/2006/relationships/image" Target="/ppt/media/image10.png" Id="R61f53450f38a484b" /><Relationship Type="http://schemas.openxmlformats.org/officeDocument/2006/relationships/notesSlide" Target="/ppt/notesSlides/notesSlide10.xml" Id="R4039aff34caf4ded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54be1a54ac954d34" /><Relationship Type="http://schemas.openxmlformats.org/officeDocument/2006/relationships/image" Target="/ppt/media/image11.png" Id="Rf309c1519b8746f0" /><Relationship Type="http://schemas.openxmlformats.org/officeDocument/2006/relationships/notesSlide" Target="/ppt/notesSlides/notesSlide11.xml" Id="R1f88c0aa491c4270" /></Relationships>
</file>

<file path=ppt/slides/_rels/slide12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058064391b8b4241" /><Relationship Type="http://schemas.openxmlformats.org/officeDocument/2006/relationships/image" Target="/ppt/media/image12.png" Id="R3402cbb6a2554f58" /><Relationship Type="http://schemas.openxmlformats.org/officeDocument/2006/relationships/notesSlide" Target="/ppt/notesSlides/notesSlide12.xml" Id="R009c304c1c504436" /></Relationships>
</file>

<file path=ppt/slides/_rels/slide13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cf59528f1787442a" /><Relationship Type="http://schemas.openxmlformats.org/officeDocument/2006/relationships/image" Target="/ppt/media/image13.png" Id="Rbf0bdc36b15e4521" /><Relationship Type="http://schemas.openxmlformats.org/officeDocument/2006/relationships/notesSlide" Target="/ppt/notesSlides/notesSlide13.xml" Id="R61fdb754d7574e3a" /></Relationships>
</file>

<file path=ppt/slides/_rels/slide14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6609c2771ae946c0" /><Relationship Type="http://schemas.openxmlformats.org/officeDocument/2006/relationships/image" Target="/ppt/media/image14.png" Id="R13cb5fd945594445" /><Relationship Type="http://schemas.openxmlformats.org/officeDocument/2006/relationships/notesSlide" Target="/ppt/notesSlides/notesSlide14.xml" Id="R42dfa8320fda45ef" /></Relationships>
</file>

<file path=ppt/slides/_rels/slide15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d2407923d8334464" /><Relationship Type="http://schemas.openxmlformats.org/officeDocument/2006/relationships/image" Target="/ppt/media/image15.png" Id="R58d1749f86cb4182" /><Relationship Type="http://schemas.openxmlformats.org/officeDocument/2006/relationships/notesSlide" Target="/ppt/notesSlides/notesSlide15.xml" Id="R33b1cf63271f48a3" /></Relationships>
</file>

<file path=ppt/slides/_rels/slide16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97917bbbc378428d" /><Relationship Type="http://schemas.openxmlformats.org/officeDocument/2006/relationships/image" Target="/ppt/media/image16.png" Id="R9fce2ba362f7483d" /><Relationship Type="http://schemas.openxmlformats.org/officeDocument/2006/relationships/notesSlide" Target="/ppt/notesSlides/notesSlide16.xml" Id="R7e7eb638173642ab" /></Relationships>
</file>

<file path=ppt/slides/_rels/slide17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135ca9f33f9c4c8e" /><Relationship Type="http://schemas.openxmlformats.org/officeDocument/2006/relationships/image" Target="/ppt/media/image17.png" Id="R7df2b3f8b78745c7" /><Relationship Type="http://schemas.openxmlformats.org/officeDocument/2006/relationships/notesSlide" Target="/ppt/notesSlides/notesSlide17.xml" Id="R625cdc254d54409a" /></Relationships>
</file>

<file path=ppt/slides/_rels/slide18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e9ef8dd92696407a" /><Relationship Type="http://schemas.openxmlformats.org/officeDocument/2006/relationships/image" Target="/ppt/media/image18.png" Id="R3656c7c3cab34b72" /><Relationship Type="http://schemas.openxmlformats.org/officeDocument/2006/relationships/notesSlide" Target="/ppt/notesSlides/notesSlide18.xml" Id="R3a0c831da6d14cf9" /></Relationships>
</file>

<file path=ppt/slides/_rels/slide19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c32103307e944d01" /><Relationship Type="http://schemas.openxmlformats.org/officeDocument/2006/relationships/image" Target="/ppt/media/image19.png" Id="Rf7ce6c5964694990" /><Relationship Type="http://schemas.openxmlformats.org/officeDocument/2006/relationships/notesSlide" Target="/ppt/notesSlides/notesSlide19.xml" Id="R0f20c1a9751146c9" /></Relationships>
</file>

<file path=ppt/slides/_rels/slide20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ae6eb4248cc14714" /><Relationship Type="http://schemas.openxmlformats.org/officeDocument/2006/relationships/image" Target="/ppt/media/image20.png" Id="R6f5ada7fe2314d45" /><Relationship Type="http://schemas.openxmlformats.org/officeDocument/2006/relationships/notesSlide" Target="/ppt/notesSlides/notesSlide20.xml" Id="Rd8b8eda909e140ba" /></Relationships>
</file>

<file path=ppt/slides/_rels/slide21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6342776f595b4df6" /><Relationship Type="http://schemas.openxmlformats.org/officeDocument/2006/relationships/image" Target="/ppt/media/image21.png" Id="R8916459e340143e0" /><Relationship Type="http://schemas.openxmlformats.org/officeDocument/2006/relationships/notesSlide" Target="/ppt/notesSlides/notesSlide21.xml" Id="R85382a5bbcb844f7" /></Relationships>
</file>

<file path=ppt/slides/_rels/slide22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def92be24dcd41b9" /><Relationship Type="http://schemas.openxmlformats.org/officeDocument/2006/relationships/image" Target="/ppt/media/image22.png" Id="R84964682e815407e" /><Relationship Type="http://schemas.openxmlformats.org/officeDocument/2006/relationships/notesSlide" Target="/ppt/notesSlides/notesSlide22.xml" Id="R4fbc702cb0bd4936" /></Relationships>
</file>

<file path=ppt/slides/_rels/slide23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25ac1215b6fb4121" /><Relationship Type="http://schemas.openxmlformats.org/officeDocument/2006/relationships/image" Target="/ppt/media/image23.png" Id="Rf2ab4a42eef341e7" /><Relationship Type="http://schemas.openxmlformats.org/officeDocument/2006/relationships/notesSlide" Target="/ppt/notesSlides/notesSlide23.xml" Id="R565823b7c3bd4832" /></Relationships>
</file>

<file path=ppt/slides/_rels/slide24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d8931d09a1f24e09" /><Relationship Type="http://schemas.openxmlformats.org/officeDocument/2006/relationships/image" Target="/ppt/media/image24.png" Id="Re0ea687f78af4d4e" /><Relationship Type="http://schemas.openxmlformats.org/officeDocument/2006/relationships/notesSlide" Target="/ppt/notesSlides/notesSlide24.xml" Id="R318678384deb4c0c" /></Relationships>
</file>

<file path=ppt/slides/_rels/slide25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12f8efe132e8494c" /><Relationship Type="http://schemas.openxmlformats.org/officeDocument/2006/relationships/image" Target="/ppt/media/image25.png" Id="Rea8a14e63ae54dff" /><Relationship Type="http://schemas.openxmlformats.org/officeDocument/2006/relationships/notesSlide" Target="/ppt/notesSlides/notesSlide25.xml" Id="R8f5ba66ea30f45ef" /></Relationships>
</file>

<file path=ppt/slides/_rels/slide26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86f2268d33414a92" /><Relationship Type="http://schemas.openxmlformats.org/officeDocument/2006/relationships/image" Target="/ppt/media/image26.png" Id="R77459083d7dd4504" /><Relationship Type="http://schemas.openxmlformats.org/officeDocument/2006/relationships/notesSlide" Target="/ppt/notesSlides/notesSlide26.xml" Id="Rc090ea9444194e98" /></Relationships>
</file>

<file path=ppt/slides/_rels/slide27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94df5a99def04718" /><Relationship Type="http://schemas.openxmlformats.org/officeDocument/2006/relationships/image" Target="/ppt/media/image27.png" Id="R3a4369679f2546d2" /><Relationship Type="http://schemas.openxmlformats.org/officeDocument/2006/relationships/notesSlide" Target="/ppt/notesSlides/notesSlide27.xml" Id="Raedde478fa104cdf" /></Relationships>
</file>

<file path=ppt/slides/_rels/slide28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25fafae8875a4bfa" /><Relationship Type="http://schemas.openxmlformats.org/officeDocument/2006/relationships/image" Target="/ppt/media/image28.png" Id="R20946e4d155845a9" /><Relationship Type="http://schemas.openxmlformats.org/officeDocument/2006/relationships/notesSlide" Target="/ppt/notesSlides/notesSlide28.xml" Id="Ra8c149d11f85487b" /></Relationships>
</file>

<file path=ppt/slides/_rels/slide29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6b620478807146d5" /><Relationship Type="http://schemas.openxmlformats.org/officeDocument/2006/relationships/image" Target="/ppt/media/image29.png" Id="Ra5e5c00177be4d53" /><Relationship Type="http://schemas.openxmlformats.org/officeDocument/2006/relationships/notesSlide" Target="/ppt/notesSlides/notesSlide29.xml" Id="R25a0b11c55254450" /></Relationships>
</file>

<file path=ppt/slides/_rels/slide30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d52e9d2fa69b4361" /><Relationship Type="http://schemas.openxmlformats.org/officeDocument/2006/relationships/image" Target="/ppt/media/image30.png" Id="Rfe226cf0acea4318" /><Relationship Type="http://schemas.openxmlformats.org/officeDocument/2006/relationships/notesSlide" Target="/ppt/notesSlides/notesSlide30.xml" Id="Rffe4c9f1f13e48d2" /></Relationships>
</file>

<file path=ppt/slides/_rels/slide31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01dfb7ecb630445b" /><Relationship Type="http://schemas.openxmlformats.org/officeDocument/2006/relationships/image" Target="/ppt/media/image31.png" Id="R3ef20937a4b34e24" /><Relationship Type="http://schemas.openxmlformats.org/officeDocument/2006/relationships/notesSlide" Target="/ppt/notesSlides/notesSlide31.xml" Id="R709c570cbed0472e" /></Relationships>
</file>

<file path=ppt/slides/_rels/slide32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48dfc785f865444c" /><Relationship Type="http://schemas.openxmlformats.org/officeDocument/2006/relationships/image" Target="/ppt/media/image32.png" Id="R7797d8023cb9417d" /><Relationship Type="http://schemas.openxmlformats.org/officeDocument/2006/relationships/notesSlide" Target="/ppt/notesSlides/notesSlide32.xml" Id="R5ccc8132d6f14649" /></Relationships>
</file>

<file path=ppt/slides/_rels/slide33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3b2b0ef2bf734532" /><Relationship Type="http://schemas.openxmlformats.org/officeDocument/2006/relationships/image" Target="/ppt/media/image33.png" Id="Re4d8265c40414287" /><Relationship Type="http://schemas.openxmlformats.org/officeDocument/2006/relationships/notesSlide" Target="/ppt/notesSlides/notesSlide33.xml" Id="R0a0d699d68d14c7a" /></Relationships>
</file>

<file path=ppt/slides/slide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2" name="Picture 1">
            <a:extLst xmlns:a="http://schemas.openxmlformats.org/drawingml/2006/main">
              <a:ext uri="{FF2B5EF4-FFF2-40B4-BE49-F238E27FC236}">
                <a16:creationId xmlns:a16="http://schemas.microsoft.com/office/drawing/2014/main" id="{700F976D-C3A0-4ECF-AAFD-8C01C508223D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ff2b9694846d438c"/>
          <a:srcRect xmlns:a="http://schemas.openxmlformats.org/drawingml/2006/main" l="0" t="0" r="0" b="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2604813"/>
      </p:ext>
    </p:extLst>
  </p:cSld>
</p:sld>
</file>

<file path=ppt/slides/slide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2" name="Picture 1">
            <a:extLst xmlns:a="http://schemas.openxmlformats.org/drawingml/2006/main">
              <a:ext uri="{FF2B5EF4-FFF2-40B4-BE49-F238E27FC236}">
                <a16:creationId xmlns:a16="http://schemas.microsoft.com/office/drawing/2014/main" id="{700F976D-C3A0-4ECF-AAFD-8C01C508223D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40f030381a9e475c"/>
          <a:srcRect xmlns:a="http://schemas.openxmlformats.org/drawingml/2006/main" l="0" t="0" r="0" b="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2604813"/>
      </p:ext>
    </p:extLst>
  </p:cSld>
</p:sld>
</file>

<file path=ppt/slides/slide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2" name="Picture 1">
            <a:extLst xmlns:a="http://schemas.openxmlformats.org/drawingml/2006/main">
              <a:ext uri="{FF2B5EF4-FFF2-40B4-BE49-F238E27FC236}">
                <a16:creationId xmlns:a16="http://schemas.microsoft.com/office/drawing/2014/main" id="{700F976D-C3A0-4ECF-AAFD-8C01C508223D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d06eac9bdd64766"/>
          <a:srcRect xmlns:a="http://schemas.openxmlformats.org/drawingml/2006/main" l="0" t="0" r="0" b="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2604813"/>
      </p:ext>
    </p:extLst>
  </p:cSld>
</p:sld>
</file>

<file path=ppt/slides/slide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2" name="Picture 1">
            <a:extLst xmlns:a="http://schemas.openxmlformats.org/drawingml/2006/main">
              <a:ext uri="{FF2B5EF4-FFF2-40B4-BE49-F238E27FC236}">
                <a16:creationId xmlns:a16="http://schemas.microsoft.com/office/drawing/2014/main" id="{700F976D-C3A0-4ECF-AAFD-8C01C508223D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c473610820a4de2"/>
          <a:srcRect xmlns:a="http://schemas.openxmlformats.org/drawingml/2006/main" l="0" t="0" r="0" b="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2604813"/>
      </p:ext>
    </p:extLst>
  </p:cSld>
</p:sld>
</file>

<file path=ppt/slides/slide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2" name="Picture 1">
            <a:extLst xmlns:a="http://schemas.openxmlformats.org/drawingml/2006/main">
              <a:ext uri="{FF2B5EF4-FFF2-40B4-BE49-F238E27FC236}">
                <a16:creationId xmlns:a16="http://schemas.microsoft.com/office/drawing/2014/main" id="{700F976D-C3A0-4ECF-AAFD-8C01C508223D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baf2a875786841d9"/>
          <a:srcRect xmlns:a="http://schemas.openxmlformats.org/drawingml/2006/main" l="0" t="0" r="0" b="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2604813"/>
      </p:ext>
    </p:extLst>
  </p:cSld>
</p:sld>
</file>

<file path=ppt/slides/slide6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2" name="Picture 1">
            <a:extLst xmlns:a="http://schemas.openxmlformats.org/drawingml/2006/main">
              <a:ext uri="{FF2B5EF4-FFF2-40B4-BE49-F238E27FC236}">
                <a16:creationId xmlns:a16="http://schemas.microsoft.com/office/drawing/2014/main" id="{700F976D-C3A0-4ECF-AAFD-8C01C508223D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7e4f9d9b8d244a1"/>
          <a:srcRect xmlns:a="http://schemas.openxmlformats.org/drawingml/2006/main" l="0" t="0" r="0" b="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2604813"/>
      </p:ext>
    </p:extLst>
  </p:cSld>
</p:sld>
</file>

<file path=ppt/slides/slide7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2" name="Picture 1">
            <a:extLst xmlns:a="http://schemas.openxmlformats.org/drawingml/2006/main">
              <a:ext uri="{FF2B5EF4-FFF2-40B4-BE49-F238E27FC236}">
                <a16:creationId xmlns:a16="http://schemas.microsoft.com/office/drawing/2014/main" id="{700F976D-C3A0-4ECF-AAFD-8C01C508223D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7b955ae95fa472c"/>
          <a:srcRect xmlns:a="http://schemas.openxmlformats.org/drawingml/2006/main" l="0" t="0" r="0" b="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2604813"/>
      </p:ext>
    </p:extLst>
  </p:cSld>
</p:sld>
</file>

<file path=ppt/slides/slide8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2" name="Picture 1">
            <a:extLst xmlns:a="http://schemas.openxmlformats.org/drawingml/2006/main">
              <a:ext uri="{FF2B5EF4-FFF2-40B4-BE49-F238E27FC236}">
                <a16:creationId xmlns:a16="http://schemas.microsoft.com/office/drawing/2014/main" id="{700F976D-C3A0-4ECF-AAFD-8C01C508223D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e62d27047614c55"/>
          <a:srcRect xmlns:a="http://schemas.openxmlformats.org/drawingml/2006/main" l="0" t="0" r="0" b="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2604813"/>
      </p:ext>
    </p:extLst>
  </p:cSld>
</p:sld>
</file>

<file path=ppt/slides/slide9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2" name="Picture 1">
            <a:extLst xmlns:a="http://schemas.openxmlformats.org/drawingml/2006/main">
              <a:ext uri="{FF2B5EF4-FFF2-40B4-BE49-F238E27FC236}">
                <a16:creationId xmlns:a16="http://schemas.microsoft.com/office/drawing/2014/main" id="{700F976D-C3A0-4ECF-AAFD-8C01C508223D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c04db58a2744d49"/>
          <a:srcRect xmlns:a="http://schemas.openxmlformats.org/drawingml/2006/main" l="0" t="0" r="0" b="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2604813"/>
      </p:ext>
    </p:extLst>
  </p:cSld>
</p:sld>
</file>

<file path=ppt/slides/slide10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2" name="Picture 1">
            <a:extLst xmlns:a="http://schemas.openxmlformats.org/drawingml/2006/main">
              <a:ext uri="{FF2B5EF4-FFF2-40B4-BE49-F238E27FC236}">
                <a16:creationId xmlns:a16="http://schemas.microsoft.com/office/drawing/2014/main" id="{700F976D-C3A0-4ECF-AAFD-8C01C508223D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1f53450f38a484b"/>
          <a:srcRect xmlns:a="http://schemas.openxmlformats.org/drawingml/2006/main" l="0" t="0" r="0" b="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2604813"/>
      </p:ext>
    </p:extLst>
  </p:cSld>
</p:sld>
</file>

<file path=ppt/slides/slide1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2" name="Picture 1">
            <a:extLst xmlns:a="http://schemas.openxmlformats.org/drawingml/2006/main">
              <a:ext uri="{FF2B5EF4-FFF2-40B4-BE49-F238E27FC236}">
                <a16:creationId xmlns:a16="http://schemas.microsoft.com/office/drawing/2014/main" id="{700F976D-C3A0-4ECF-AAFD-8C01C508223D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f309c1519b8746f0"/>
          <a:srcRect xmlns:a="http://schemas.openxmlformats.org/drawingml/2006/main" l="0" t="0" r="0" b="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2604813"/>
      </p:ext>
    </p:extLst>
  </p:cSld>
</p:sld>
</file>

<file path=ppt/slides/slide1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2" name="Picture 1">
            <a:extLst xmlns:a="http://schemas.openxmlformats.org/drawingml/2006/main">
              <a:ext uri="{FF2B5EF4-FFF2-40B4-BE49-F238E27FC236}">
                <a16:creationId xmlns:a16="http://schemas.microsoft.com/office/drawing/2014/main" id="{700F976D-C3A0-4ECF-AAFD-8C01C508223D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402cbb6a2554f58"/>
          <a:srcRect xmlns:a="http://schemas.openxmlformats.org/drawingml/2006/main" l="0" t="0" r="0" b="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2604813"/>
      </p:ext>
    </p:extLst>
  </p:cSld>
</p:sld>
</file>

<file path=ppt/slides/slide1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2" name="Picture 1">
            <a:extLst xmlns:a="http://schemas.openxmlformats.org/drawingml/2006/main">
              <a:ext uri="{FF2B5EF4-FFF2-40B4-BE49-F238E27FC236}">
                <a16:creationId xmlns:a16="http://schemas.microsoft.com/office/drawing/2014/main" id="{700F976D-C3A0-4ECF-AAFD-8C01C508223D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bf0bdc36b15e4521"/>
          <a:srcRect xmlns:a="http://schemas.openxmlformats.org/drawingml/2006/main" l="0" t="0" r="0" b="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2604813"/>
      </p:ext>
    </p:extLst>
  </p:cSld>
</p:sld>
</file>

<file path=ppt/slides/slide1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2" name="Picture 1">
            <a:extLst xmlns:a="http://schemas.openxmlformats.org/drawingml/2006/main">
              <a:ext uri="{FF2B5EF4-FFF2-40B4-BE49-F238E27FC236}">
                <a16:creationId xmlns:a16="http://schemas.microsoft.com/office/drawing/2014/main" id="{700F976D-C3A0-4ECF-AAFD-8C01C508223D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13cb5fd945594445"/>
          <a:srcRect xmlns:a="http://schemas.openxmlformats.org/drawingml/2006/main" l="0" t="0" r="0" b="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2604813"/>
      </p:ext>
    </p:extLst>
  </p:cSld>
</p:sld>
</file>

<file path=ppt/slides/slide1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2" name="Picture 1">
            <a:extLst xmlns:a="http://schemas.openxmlformats.org/drawingml/2006/main">
              <a:ext uri="{FF2B5EF4-FFF2-40B4-BE49-F238E27FC236}">
                <a16:creationId xmlns:a16="http://schemas.microsoft.com/office/drawing/2014/main" id="{700F976D-C3A0-4ECF-AAFD-8C01C508223D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8d1749f86cb4182"/>
          <a:srcRect xmlns:a="http://schemas.openxmlformats.org/drawingml/2006/main" l="0" t="0" r="0" b="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2604813"/>
      </p:ext>
    </p:extLst>
  </p:cSld>
</p:sld>
</file>

<file path=ppt/slides/slide16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2" name="Picture 1">
            <a:extLst xmlns:a="http://schemas.openxmlformats.org/drawingml/2006/main">
              <a:ext uri="{FF2B5EF4-FFF2-40B4-BE49-F238E27FC236}">
                <a16:creationId xmlns:a16="http://schemas.microsoft.com/office/drawing/2014/main" id="{700F976D-C3A0-4ECF-AAFD-8C01C508223D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fce2ba362f7483d"/>
          <a:srcRect xmlns:a="http://schemas.openxmlformats.org/drawingml/2006/main" l="0" t="0" r="0" b="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2604813"/>
      </p:ext>
    </p:extLst>
  </p:cSld>
</p:sld>
</file>

<file path=ppt/slides/slide17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2" name="Picture 1">
            <a:extLst xmlns:a="http://schemas.openxmlformats.org/drawingml/2006/main">
              <a:ext uri="{FF2B5EF4-FFF2-40B4-BE49-F238E27FC236}">
                <a16:creationId xmlns:a16="http://schemas.microsoft.com/office/drawing/2014/main" id="{700F976D-C3A0-4ECF-AAFD-8C01C508223D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df2b3f8b78745c7"/>
          <a:srcRect xmlns:a="http://schemas.openxmlformats.org/drawingml/2006/main" l="0" t="0" r="0" b="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2604813"/>
      </p:ext>
    </p:extLst>
  </p:cSld>
</p:sld>
</file>

<file path=ppt/slides/slide18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2" name="Picture 1">
            <a:extLst xmlns:a="http://schemas.openxmlformats.org/drawingml/2006/main">
              <a:ext uri="{FF2B5EF4-FFF2-40B4-BE49-F238E27FC236}">
                <a16:creationId xmlns:a16="http://schemas.microsoft.com/office/drawing/2014/main" id="{700F976D-C3A0-4ECF-AAFD-8C01C508223D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656c7c3cab34b72"/>
          <a:srcRect xmlns:a="http://schemas.openxmlformats.org/drawingml/2006/main" l="0" t="0" r="0" b="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2604813"/>
      </p:ext>
    </p:extLst>
  </p:cSld>
</p:sld>
</file>

<file path=ppt/slides/slide19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2" name="Picture 1">
            <a:extLst xmlns:a="http://schemas.openxmlformats.org/drawingml/2006/main">
              <a:ext uri="{FF2B5EF4-FFF2-40B4-BE49-F238E27FC236}">
                <a16:creationId xmlns:a16="http://schemas.microsoft.com/office/drawing/2014/main" id="{700F976D-C3A0-4ECF-AAFD-8C01C508223D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f7ce6c5964694990"/>
          <a:srcRect xmlns:a="http://schemas.openxmlformats.org/drawingml/2006/main" l="0" t="0" r="0" b="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2604813"/>
      </p:ext>
    </p:extLst>
  </p:cSld>
</p:sld>
</file>

<file path=ppt/slides/slide20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2" name="Picture 1">
            <a:extLst xmlns:a="http://schemas.openxmlformats.org/drawingml/2006/main">
              <a:ext uri="{FF2B5EF4-FFF2-40B4-BE49-F238E27FC236}">
                <a16:creationId xmlns:a16="http://schemas.microsoft.com/office/drawing/2014/main" id="{700F976D-C3A0-4ECF-AAFD-8C01C508223D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f5ada7fe2314d45"/>
          <a:srcRect xmlns:a="http://schemas.openxmlformats.org/drawingml/2006/main" l="0" t="0" r="0" b="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2604813"/>
      </p:ext>
    </p:extLst>
  </p:cSld>
</p:sld>
</file>

<file path=ppt/slides/slide2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2" name="Picture 1">
            <a:extLst xmlns:a="http://schemas.openxmlformats.org/drawingml/2006/main">
              <a:ext uri="{FF2B5EF4-FFF2-40B4-BE49-F238E27FC236}">
                <a16:creationId xmlns:a16="http://schemas.microsoft.com/office/drawing/2014/main" id="{700F976D-C3A0-4ECF-AAFD-8C01C508223D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916459e340143e0"/>
          <a:srcRect xmlns:a="http://schemas.openxmlformats.org/drawingml/2006/main" l="0" t="0" r="0" b="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2604813"/>
      </p:ext>
    </p:extLst>
  </p:cSld>
</p:sld>
</file>

<file path=ppt/slides/slide2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2" name="Picture 1">
            <a:extLst xmlns:a="http://schemas.openxmlformats.org/drawingml/2006/main">
              <a:ext uri="{FF2B5EF4-FFF2-40B4-BE49-F238E27FC236}">
                <a16:creationId xmlns:a16="http://schemas.microsoft.com/office/drawing/2014/main" id="{700F976D-C3A0-4ECF-AAFD-8C01C508223D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4964682e815407e"/>
          <a:srcRect xmlns:a="http://schemas.openxmlformats.org/drawingml/2006/main" l="0" t="0" r="0" b="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2604813"/>
      </p:ext>
    </p:extLst>
  </p:cSld>
</p:sld>
</file>

<file path=ppt/slides/slide2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2" name="Picture 1">
            <a:extLst xmlns:a="http://schemas.openxmlformats.org/drawingml/2006/main">
              <a:ext uri="{FF2B5EF4-FFF2-40B4-BE49-F238E27FC236}">
                <a16:creationId xmlns:a16="http://schemas.microsoft.com/office/drawing/2014/main" id="{700F976D-C3A0-4ECF-AAFD-8C01C508223D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f2ab4a42eef341e7"/>
          <a:srcRect xmlns:a="http://schemas.openxmlformats.org/drawingml/2006/main" l="0" t="0" r="0" b="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2604813"/>
      </p:ext>
    </p:extLst>
  </p:cSld>
</p:sld>
</file>

<file path=ppt/slides/slide2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2" name="Picture 1">
            <a:extLst xmlns:a="http://schemas.openxmlformats.org/drawingml/2006/main">
              <a:ext uri="{FF2B5EF4-FFF2-40B4-BE49-F238E27FC236}">
                <a16:creationId xmlns:a16="http://schemas.microsoft.com/office/drawing/2014/main" id="{700F976D-C3A0-4ECF-AAFD-8C01C508223D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0ea687f78af4d4e"/>
          <a:srcRect xmlns:a="http://schemas.openxmlformats.org/drawingml/2006/main" l="0" t="0" r="0" b="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2604813"/>
      </p:ext>
    </p:extLst>
  </p:cSld>
</p:sld>
</file>

<file path=ppt/slides/slide2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2" name="Picture 1">
            <a:extLst xmlns:a="http://schemas.openxmlformats.org/drawingml/2006/main">
              <a:ext uri="{FF2B5EF4-FFF2-40B4-BE49-F238E27FC236}">
                <a16:creationId xmlns:a16="http://schemas.microsoft.com/office/drawing/2014/main" id="{700F976D-C3A0-4ECF-AAFD-8C01C508223D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a8a14e63ae54dff"/>
          <a:srcRect xmlns:a="http://schemas.openxmlformats.org/drawingml/2006/main" l="0" t="0" r="0" b="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2604813"/>
      </p:ext>
    </p:extLst>
  </p:cSld>
</p:sld>
</file>

<file path=ppt/slides/slide26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2" name="Picture 1">
            <a:extLst xmlns:a="http://schemas.openxmlformats.org/drawingml/2006/main">
              <a:ext uri="{FF2B5EF4-FFF2-40B4-BE49-F238E27FC236}">
                <a16:creationId xmlns:a16="http://schemas.microsoft.com/office/drawing/2014/main" id="{700F976D-C3A0-4ECF-AAFD-8C01C508223D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7459083d7dd4504"/>
          <a:srcRect xmlns:a="http://schemas.openxmlformats.org/drawingml/2006/main" l="0" t="0" r="0" b="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2604813"/>
      </p:ext>
    </p:extLst>
  </p:cSld>
</p:sld>
</file>

<file path=ppt/slides/slide27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2" name="Picture 1">
            <a:extLst xmlns:a="http://schemas.openxmlformats.org/drawingml/2006/main">
              <a:ext uri="{FF2B5EF4-FFF2-40B4-BE49-F238E27FC236}">
                <a16:creationId xmlns:a16="http://schemas.microsoft.com/office/drawing/2014/main" id="{700F976D-C3A0-4ECF-AAFD-8C01C508223D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a4369679f2546d2"/>
          <a:srcRect xmlns:a="http://schemas.openxmlformats.org/drawingml/2006/main" l="0" t="0" r="0" b="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2604813"/>
      </p:ext>
    </p:extLst>
  </p:cSld>
</p:sld>
</file>

<file path=ppt/slides/slide28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2" name="Picture 1">
            <a:extLst xmlns:a="http://schemas.openxmlformats.org/drawingml/2006/main">
              <a:ext uri="{FF2B5EF4-FFF2-40B4-BE49-F238E27FC236}">
                <a16:creationId xmlns:a16="http://schemas.microsoft.com/office/drawing/2014/main" id="{700F976D-C3A0-4ECF-AAFD-8C01C508223D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0946e4d155845a9"/>
          <a:srcRect xmlns:a="http://schemas.openxmlformats.org/drawingml/2006/main" l="0" t="0" r="0" b="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2604813"/>
      </p:ext>
    </p:extLst>
  </p:cSld>
</p:sld>
</file>

<file path=ppt/slides/slide29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2" name="Picture 1">
            <a:extLst xmlns:a="http://schemas.openxmlformats.org/drawingml/2006/main">
              <a:ext uri="{FF2B5EF4-FFF2-40B4-BE49-F238E27FC236}">
                <a16:creationId xmlns:a16="http://schemas.microsoft.com/office/drawing/2014/main" id="{700F976D-C3A0-4ECF-AAFD-8C01C508223D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5e5c00177be4d53"/>
          <a:srcRect xmlns:a="http://schemas.openxmlformats.org/drawingml/2006/main" l="0" t="0" r="0" b="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2604813"/>
      </p:ext>
    </p:extLst>
  </p:cSld>
</p:sld>
</file>

<file path=ppt/slides/slide30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2" name="Picture 1">
            <a:extLst xmlns:a="http://schemas.openxmlformats.org/drawingml/2006/main">
              <a:ext uri="{FF2B5EF4-FFF2-40B4-BE49-F238E27FC236}">
                <a16:creationId xmlns:a16="http://schemas.microsoft.com/office/drawing/2014/main" id="{700F976D-C3A0-4ECF-AAFD-8C01C508223D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fe226cf0acea4318"/>
          <a:srcRect xmlns:a="http://schemas.openxmlformats.org/drawingml/2006/main" l="0" t="0" r="0" b="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2604813"/>
      </p:ext>
    </p:extLst>
  </p:cSld>
</p:sld>
</file>

<file path=ppt/slides/slide3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2" name="Picture 1">
            <a:extLst xmlns:a="http://schemas.openxmlformats.org/drawingml/2006/main">
              <a:ext uri="{FF2B5EF4-FFF2-40B4-BE49-F238E27FC236}">
                <a16:creationId xmlns:a16="http://schemas.microsoft.com/office/drawing/2014/main" id="{700F976D-C3A0-4ECF-AAFD-8C01C508223D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ef20937a4b34e24"/>
          <a:srcRect xmlns:a="http://schemas.openxmlformats.org/drawingml/2006/main" l="0" t="0" r="0" b="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2604813"/>
      </p:ext>
    </p:extLst>
  </p:cSld>
</p:sld>
</file>

<file path=ppt/slides/slide3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2" name="Picture 1">
            <a:extLst xmlns:a="http://schemas.openxmlformats.org/drawingml/2006/main">
              <a:ext uri="{FF2B5EF4-FFF2-40B4-BE49-F238E27FC236}">
                <a16:creationId xmlns:a16="http://schemas.microsoft.com/office/drawing/2014/main" id="{700F976D-C3A0-4ECF-AAFD-8C01C508223D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797d8023cb9417d"/>
          <a:srcRect xmlns:a="http://schemas.openxmlformats.org/drawingml/2006/main" l="0" t="0" r="0" b="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2604813"/>
      </p:ext>
    </p:extLst>
  </p:cSld>
</p:sld>
</file>

<file path=ppt/slides/slide3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2" name="Picture 1">
            <a:extLst xmlns:a="http://schemas.openxmlformats.org/drawingml/2006/main">
              <a:ext uri="{FF2B5EF4-FFF2-40B4-BE49-F238E27FC236}">
                <a16:creationId xmlns:a16="http://schemas.microsoft.com/office/drawing/2014/main" id="{700F976D-C3A0-4ECF-AAFD-8C01C508223D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4d8265c40414287"/>
          <a:srcRect xmlns:a="http://schemas.openxmlformats.org/drawingml/2006/main" l="0" t="0" r="0" b="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2604813"/>
      </p:ext>
    </p:extLst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>
          <a:solidFill>
            <a:schemeClr val="phClr">
              <a:shade val="95000"/>
              <a:satMod val="105000"/>
            </a:schemeClr>
          </a:solidFill>
          <a:prstDash val="solid"/>
        </a:ln>
        <a:ln w="25400">
          <a:solidFill>
            <a:schemeClr val="phClr"/>
          </a:solidFill>
          <a:prstDash val="solid"/>
        </a:ln>
        <a:ln w="38100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2026-10-24T05:22:05.4860000Z</dcterms:created>
  <dcterms:modified xsi:type="dcterms:W3CDTF">2026-10-24T05:22:05.4870000Z</dcterms:modified>
</coreProperties>
</file>