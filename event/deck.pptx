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69" r:id="rId44"/>
    <p:sldId id="270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저희는 웹 및 앱 서비스 외주 제작을 하고 있는 어니스트패밀리라고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원래 고객의 요구사항대로 제작만 하는 외주 개발사였습니다.</a:t>
            </a:r>
          </a:p>
          <a:p/>
          <a:p>
            <a:r>
              <a:t>중견기업, 대기업, 관공서, 대학교, 스타트업 등 다양한 규모의 업체들로부터 일을 받아 진행하고 있었습니다.</a:t>
            </a:r>
          </a:p>
          <a:p/>
          <a:p>
            <a:r>
              <a:t>한컴, 롯데, 현대글로비스의 프로젝트도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유독 스타트업, 신규 창업 하시는분들께서 의뢰주시는 프로젝트는 제작 후 6개월도 못가 문을 닫는걸 많이 봤고, 중소기업에서 의뢰주시는 리뉴얼 프로젝트도 출시 후 별다른 매출 변화가 없이 끝나는 케이스를 봤습니다.</a:t>
            </a:r>
          </a:p>
          <a:p/>
          <a:p>
            <a:r>
              <a:t>준비 과정은 열정적으로 오래 준비하시지만, 정작 세상에 내놓고 나서는 얼마 못가 포기하시는 경우를 많이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그동안 여러 성공, 실패 케이스를 지켜본바로는 서비스던 쇼핑몰이던 사실 만들고나면 그제서야 시작입니다.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출시 후 마케팅 조금 해보고 기대한 반응이 나오지 않는다고 그만둘게 아니라, 해당 프로젝트들을 소비할 소비자가 누구인지, 왜 소비할지에 대해 한 가지 가설이 아니라 여러 가설을 세워 가설별로 여러 소재를 제작해서 마케팅 후 반응을 봐야하고,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타사에서는 어떤것들을 하고 있는지 그중에서 우리가 도입해볼것은 무엇인지 인사이트를 끊임없이 수집해 개선해나가고, 이 개선한것들을 알리기 위해 다시 마케팅하고를 계속해서 반복해나가야 한다고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저희는 고객분들께 진정한 가치를 제공하려면 어떻게 해야할가를 고민해본 결과 고객이만들어 달라는대로만 만드는 단순 외주가 아니라, 구상 단계에서부터 함께 하고 다 만든 뒤 사업의 성장까지도 돕는 실행 파트너가 되는것이 진정한 가치를 주는것이라 생각하고 사업성장연구소라는 컨셉으로 신사업을 진행하고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사업성장연구소는 기존과 다르게 초기 출시 과정에서는 힘을 빼고, 빠르게 1차 버전을 출시해 시장 반응을 보면서 고객과 내부 피드백을 반영해가며 계속 개선해나가면서 마케팅도 함께 하는식입니다. 한 번에 큰 계약을 하는 대신 월 구독형태로 매월 이번달의 우선순위를 같이 정해 진행하는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이렇게 진행하는 이유는 다음과 같습니다.</a:t>
            </a:r>
          </a:p>
          <a:p/>
          <a:p>
            <a:r>
              <a:t>1. 막상 출시전에 여러 내용들을 예상하고 출시해도, 예상한바와는 다른 경우가 많습니다. 그래서 빠르게 출시해서 실전을 경험하고, 시장 반응을 보고 우선순위들을 정해나가는것을 추천드립니다.</a:t>
            </a:r>
          </a:p>
          <a:p/>
          <a:p>
            <a:r>
              <a:t>2. 처음에 힘을 많이 주면, 정작 출시후에 쓸 힘이 없습니다. 처음에 크게 단건계약을 하기보다 작게 시작해 출시 후 마케팅하고 제품을 개선하는것에 더 많은 힘을 주기를 추천드립니다.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케이스들을 소개드리겠습니다.</a:t>
            </a:r>
          </a:p>
          <a:p/>
          <a:p>
            <a:r>
              <a:t>123타이어는 기존의 문제점을 분석해 리뉴얼 후 리뉴얼한것을 고객들에게 알렸습니다.</a:t>
            </a:r>
          </a:p>
          <a:p/>
          <a:p>
            <a:r>
              <a:t>내 차에 맞는 타이어와 장착점까지 사이트에서 바로 찾는 맞춤 차량 조회를 만들었고, 챗GPT·퍼플렉시티 같은 AI 검색이 상품 정보를 바로 읽도록 바꿨습니다. 개선한 맞춤 차량 조회를 고객에게 알리는 마케팅도 함께 진행했습니다.</a:t>
            </a:r>
          </a:p>
          <a:p/>
          <a:p>
            <a:r>
              <a:t>리뉴얼 전후 1년을 비교했을 때 매출은 24.6%, 주문 수는 22.2% 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뽀뽀뜨는 기존의 문제점을 분석해 개선 후 고객들에게 알렸습니다.</a:t>
            </a:r>
          </a:p>
          <a:p/>
          <a:p>
            <a:r>
              <a:t>광고로 들어온 신규 고객의 62%가 첫 구매 뒤 다시 사지 않는다는 걸 데이터에서 찾았습니다. 그래서 잘 먹는 메뉴부터 안내하는 첫 방문 팝업, 재구매율이 높은 메뉴 8가지만 모은 페이지, 사진 후기가 쌓이게 하는 리뷰 알림톡과 적립금을 만들었습니다.</a:t>
            </a:r>
          </a:p>
          <a:p/>
          <a:p>
            <a:r>
              <a:t>개선한 것을 고객들에게 알리기 위해 여러 가설로 광고 소재를 만들고, 마케팅 후 반응을 비교했습니다.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sat라는 시험에 대비하는 모의고사 시스템이었는데 신규 출시 후 정작 한국에서는 반응이 없었으나 마케팅 타겟을 늘려보니 동남아시아쪽 반응이 좋아서 그쪽으로 타케팅 집중하고 해당 나라에서 빠른 속도로 제공될 수 있게 서버 지역을 바꾸고 결제 시스템도 해외친화적으로 변경하였습니다.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내부적으로 기존 시스템이 많이 노후화돼 새로운것들을 수정, 추가하는것이 어렵다 판단하셔서 최신 기술스펙으로 바꾸고 디자인 리뉴얼만을 원하심. 리뉴얼 후 사실상 소비자들에게는 예쁜 디자인 외에는 제공되는 가치가 달라지는게 없으니 매출도 그대로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출시전에는 많은 회사들이 입점하고, 투자도 받을 수 있을거라 기대하셨지만 막상 출시 후 반응이 없자 금방 사업을 접으심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저희가 우리 회사에 무엇을 해줄 수 있는지 한번 들어나보고싶다 하시는분들은 “어니스트패밀리”로 편하게 문의 부탁드립니다.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 회사 소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 외주 개발사로 쌓아 온 경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 출시 후에 마주한 현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 만들고 나면 그제서야 시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 여러 가설로 마케팅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 개선하고, 다시 알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 사업성장연구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 월 구독으로 함께 진행하는 방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 작게 시작하는 두 가지 이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 성공 케이스 · 123타이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 성공 케이스 · 뽀뽀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 성공 케이스 · bluepr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 실패 케이스 · 꽃집 리뉴얼 (플라워11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 실패 케이스 · 쇼츠 ott 플랫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 문의 및 마무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2026-10-23T23:51:22Z</dcterms:modified>
  <cp:category/>
</cp:coreProperties>
</file>